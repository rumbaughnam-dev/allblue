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a03a11bb61a49fb" /><Relationship Type="http://schemas.openxmlformats.org/officeDocument/2006/relationships/extended-properties" Target="/docProps/app.xml" Id="Rec4115bef09f4135" /><Relationship Type="http://schemas.openxmlformats.org/officeDocument/2006/relationships/officeDocument" Target="/ppt/presentation.xml" Id="R6f8a3c40ba854629" /></Relationships>
</file>

<file path=ppt/presentation.xml><?xml version="1.0" encoding="utf-8"?>
<p:presentation xmlns:p="http://schemas.openxmlformats.org/presentationml/2006/main">
  <p:sldMasterIdLst>
    <p:sldMasterId xmlns:r="http://schemas.openxmlformats.org/officeDocument/2006/relationships" id="2147483648" r:id="Rdd585dcffd8f4b4f"/>
  </p:sldMasterIdLst>
  <p:notesMasterIdLst>
    <p:notesMasterId xmlns:r="http://schemas.openxmlformats.org/officeDocument/2006/relationships" r:id="R4b49352248714811"/>
  </p:notesMasterIdLst>
  <p:sldIdLst>
    <p:sldId xmlns:r="http://schemas.openxmlformats.org/officeDocument/2006/relationships" id="256" r:id="R0f6e529387ec4a0f"/>
    <p:sldId xmlns:r="http://schemas.openxmlformats.org/officeDocument/2006/relationships" id="257" r:id="R66c22665934c4aad"/>
    <p:sldId xmlns:r="http://schemas.openxmlformats.org/officeDocument/2006/relationships" id="258" r:id="Rbddf3a53a8474ec8"/>
    <p:sldId xmlns:r="http://schemas.openxmlformats.org/officeDocument/2006/relationships" id="259" r:id="Raa677580e09d4f02"/>
    <p:sldId xmlns:r="http://schemas.openxmlformats.org/officeDocument/2006/relationships" id="260" r:id="R8fcda331d3774844"/>
    <p:sldId xmlns:r="http://schemas.openxmlformats.org/officeDocument/2006/relationships" id="261" r:id="R483cf5fc82674f49"/>
    <p:sldId xmlns:r="http://schemas.openxmlformats.org/officeDocument/2006/relationships" id="262" r:id="Rf61610ad4e07480f"/>
    <p:sldId xmlns:r="http://schemas.openxmlformats.org/officeDocument/2006/relationships" id="263" r:id="R8d7d1c7bf7c044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0ca1b2299b4cea" /><Relationship Type="http://schemas.openxmlformats.org/officeDocument/2006/relationships/slideMaster" Target="/ppt/slideMasters/slideMaster1.xml" Id="Rdd585dcffd8f4b4f" /><Relationship Type="http://schemas.openxmlformats.org/officeDocument/2006/relationships/notesMaster" Target="/ppt/notesMasters/notesMaster1.xml" Id="R4b49352248714811" /><Relationship Type="http://schemas.openxmlformats.org/officeDocument/2006/relationships/presProps" Target="/ppt/presProps.xml" Id="Rb7432773b95b43d7" /><Relationship Type="http://schemas.openxmlformats.org/officeDocument/2006/relationships/tableStyles" Target="/ppt/tableStyles.xml" Id="Rffaca6fe8a734dcd" /><Relationship Type="http://schemas.openxmlformats.org/officeDocument/2006/relationships/slide" Target="/ppt/slides/slide1.xml" Id="R0f6e529387ec4a0f" /><Relationship Type="http://schemas.openxmlformats.org/officeDocument/2006/relationships/slide" Target="/ppt/slides/slide2.xml" Id="R66c22665934c4aad" /><Relationship Type="http://schemas.openxmlformats.org/officeDocument/2006/relationships/slide" Target="/ppt/slides/slide3.xml" Id="Rbddf3a53a8474ec8" /><Relationship Type="http://schemas.openxmlformats.org/officeDocument/2006/relationships/slide" Target="/ppt/slides/slide4.xml" Id="Raa677580e09d4f02" /><Relationship Type="http://schemas.openxmlformats.org/officeDocument/2006/relationships/slide" Target="/ppt/slides/slide5.xml" Id="R8fcda331d3774844" /><Relationship Type="http://schemas.openxmlformats.org/officeDocument/2006/relationships/slide" Target="/ppt/slides/slide6.xml" Id="R483cf5fc82674f49" /><Relationship Type="http://schemas.openxmlformats.org/officeDocument/2006/relationships/slide" Target="/ppt/slides/slide7.xml" Id="Rf61610ad4e07480f" /><Relationship Type="http://schemas.openxmlformats.org/officeDocument/2006/relationships/slide" Target="/ppt/slides/slide8.xml" Id="R8d7d1c7bf7c044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4cc3bdc68f47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e957440aa343c0" /><Relationship Type="http://schemas.openxmlformats.org/officeDocument/2006/relationships/notesMaster" Target="/ppt/notesMasters/notesMaster1.xml" Id="R72bb1c05216947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b8b12a1e99457b" /><Relationship Type="http://schemas.openxmlformats.org/officeDocument/2006/relationships/notesMaster" Target="/ppt/notesMasters/notesMaster1.xml" Id="Red5e2c95f9b54b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7add0c91b54d32" /><Relationship Type="http://schemas.openxmlformats.org/officeDocument/2006/relationships/notesMaster" Target="/ppt/notesMasters/notesMaster1.xml" Id="R535f2e9f22cc4b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5fd5b20ebb46e4" /><Relationship Type="http://schemas.openxmlformats.org/officeDocument/2006/relationships/notesMaster" Target="/ppt/notesMasters/notesMaster1.xml" Id="R4d728a66a5a842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8e7b4a67e3498e" /><Relationship Type="http://schemas.openxmlformats.org/officeDocument/2006/relationships/notesMaster" Target="/ppt/notesMasters/notesMaster1.xml" Id="Rbe5905b6ca874a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88afeeae46492e" /><Relationship Type="http://schemas.openxmlformats.org/officeDocument/2006/relationships/notesMaster" Target="/ppt/notesMasters/notesMaster1.xml" Id="R1066d7690b1e45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bd5dc5d4274c44" /><Relationship Type="http://schemas.openxmlformats.org/officeDocument/2006/relationships/notesMaster" Target="/ppt/notesMasters/notesMaster1.xml" Id="R75018f5097c84e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abfe4a3a54d4e60" /><Relationship Type="http://schemas.openxmlformats.org/officeDocument/2006/relationships/notesMaster" Target="/ppt/notesMasters/notesMaster1.xml" Id="R3af244caf52345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[25초] 럼바우 대표 남상현입니다. AllBlue는 프리다이빙 강사의 교육 일정, 교육생 진도, 수업 피드백을 연결하는 앱입니다. 현재 정식 출시 전이며 2026년 10월 안에 출시할 예정입니다. 출처: 대표자 확인(2026-10-16). 우측 이미지는 사용자 제공 앱 홍보 이미지입니다.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프리다이빙 교육 현장에서 교육생 진도를 엑셀로 관리하는 경우를 보았습니다. 이는 대표자와 협업 강사의 현장 관찰이며 업계 전체 조사 통계가 아닙니다. 수업 전에는 지난 진도를 찾고, 수업 후에는 결과를 정리하고, 다음 수업 준비 때 다시 기록을 확인합니다. AllBlue는 이 반복 업무에서 출발했습니다. 출처: 사용자 제공 경험.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[80초, 시연45초 포함] 일정에서 참여 교육생을 확인하고 수업 후 피드백을 기록하는 흐름입니다. 시연은 테스트용 일정 선택, 교육생 확인, 진도 확인, 피드백 저장 순서로 진행합니다. 네트워크가 불안정할 경우 이 화면으로 설명합니다. 화면 출처: 사용자 제공 04_feature_2, 07_feature_5, 06_feature_4. 현재 구현된 교육 운영 기능이며 대회 운영 엔진을 구현했다고 주장하지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[50초] 교육생마다 AIDA 과정별 개방수역 및 풀 요건을 항목별로 확인합니다. 강사는 현재 진행 상태를 보고 다음 수업을 준비합니다. 앱은 기록 도구이며 자격 판단과 교육 판단은 강사가 맡습니다. 출처: 사용자 제공 05_feature_3 앱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강사와 교육생의 관계를 그룹으로 관리하고 날짜와 장소별 일정을 확인합니다. 핵심은 단발성 메모가 아니라 같은 교육생과 다음 수업에서도 기록을 이어 보는 것입니다. 출처: 사용자 제공 03_feature_1, 08_feature_6 앱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[50초] 초기 고객은 프리다이빙 강사와 해당 강사의 교육생입니다. 강사에게 월3900원 구독료를 받는 계획이며 최초3개월 무료로 제공합니다. 먹보야 놀자 유튜브 협업을 통해 소개하고 초기 사용자 의견으로 개선할 계획입니다. 가격과 유료화는 계획이며 유료 전환 실적이 아닙니다. 광고 등 업체 협력은 추후 검토합니다. 출처: 사용자 확인 가격 계획 및 협업.</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[70초] 현재 정식 출시 전이며 2026년10월 내 출시 예정입니다. 출시 뒤에는 기록 작성 시간과 누락, 다음 수업에서 기록을 다시 쓰는지 확인할 계획입니다. 효과 측정 결과는 아직 없습니다. 프리다이빙에서 검증한 뒤 다른 종목별 교육 항목 적용을 검토합니다. 공모전 연계 실증 제안은 참가자의 훈련 및 사전교육 기록 관리이며 아직 협약이나 구현된 대회 기능이 아닙니다. 출처: 사용자 출시 계획2026-10-16 및 사업 확장 제안.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[55초] 대표자는 개발14년차, 프리다이빙3년차, AIDALevel2입니다. 대표자1인이 개발 운영을 맡고 AIDAInstructor협업자가 현장 의견을 제공합니다. 해결하려는 문제를 직접 경험하는 개발자로서 다음 수업에도 쓰이는 제품을 만들겠습니다. 출처: 사용자 확인 경력 및 인력 구성. 전체420초(7분),시연45초 포함.</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476628d00d40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8ed55944a01489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2e1842a03248f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21e32167efd408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9493219fc144a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413e141ecb84d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451E3C-46B4-4517-9516-EE3E6D3C09D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D6A87BE-489A-43DC-A9BC-DF73958CBD5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5130EAB-B7B1-4419-BB66-62767C83573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E6F040-F4CC-49B0-A3E8-2BED2503CC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5769B26-288B-499F-B581-A46FCA56F4C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16A12AE-D8EB-417D-B64F-FDC29A1711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829C1A7-5A20-45EF-A244-064DA9CF83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5550F8E-911C-4DAC-B5BE-9324C51055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A9E2200-308D-482F-8DC1-0F369EA0BF0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233D888-BFA4-4692-B1D4-DEE42F6B9D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15be34bbfb34cbb" /><Relationship Type="http://schemas.openxmlformats.org/officeDocument/2006/relationships/slideLayout" Target="/ppt/slideLayouts/slideLayout1.xml" Id="R2889008b26774c8b" /><Relationship Type="http://schemas.openxmlformats.org/officeDocument/2006/relationships/slideLayout" Target="/ppt/slideLayouts/slideLayout2.xml" Id="Rddc68620a5784adb" /><Relationship Type="http://schemas.openxmlformats.org/officeDocument/2006/relationships/slideLayout" Target="/ppt/slideLayouts/slideLayout3.xml" Id="Rf97d2c4a303b42ec" /><Relationship Type="http://schemas.openxmlformats.org/officeDocument/2006/relationships/slideLayout" Target="/ppt/slideLayouts/slideLayout4.xml" Id="Rfbb4a616affc4806" /><Relationship Type="http://schemas.openxmlformats.org/officeDocument/2006/relationships/slideLayout" Target="/ppt/slideLayouts/slideLayout5.xml" Id="R82b0caf5df064531" /><Relationship Type="http://schemas.openxmlformats.org/officeDocument/2006/relationships/slideLayout" Target="/ppt/slideLayouts/slideLayout6.xml" Id="R8f460137164f41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889008b26774c8b"/>
    <p:sldLayoutId xmlns:r="http://schemas.openxmlformats.org/officeDocument/2006/relationships" id="2147483650" r:id="Rddc68620a5784adb"/>
    <p:sldLayoutId xmlns:r="http://schemas.openxmlformats.org/officeDocument/2006/relationships" id="2147483651" r:id="Rf97d2c4a303b42ec"/>
    <p:sldLayoutId xmlns:r="http://schemas.openxmlformats.org/officeDocument/2006/relationships" id="2147483652" r:id="Rfbb4a616affc4806"/>
    <p:sldLayoutId xmlns:r="http://schemas.openxmlformats.org/officeDocument/2006/relationships" id="2147483653" r:id="R82b0caf5df064531"/>
    <p:sldLayoutId xmlns:r="http://schemas.openxmlformats.org/officeDocument/2006/relationships" id="2147483654" r:id="R8f460137164f41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266b3b063ec4748" /><Relationship Type="http://schemas.openxmlformats.org/officeDocument/2006/relationships/image" Target="/ppt/media/image.png" Id="Rbef9e5306ce3461a" /><Relationship Type="http://schemas.openxmlformats.org/officeDocument/2006/relationships/notesSlide" Target="/ppt/notesSlides/notesSlide1.xml" Id="Rcb75c901b3124e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3fe208590fd4e46" /><Relationship Type="http://schemas.openxmlformats.org/officeDocument/2006/relationships/notesSlide" Target="/ppt/notesSlides/notesSlide2.xml" Id="Ra7fd2e6312f6499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fa9b0e3f8a8437b" /><Relationship Type="http://schemas.openxmlformats.org/officeDocument/2006/relationships/image" Target="/ppt/media/image2.png" Id="Rba7f3d9ae09f47b9" /><Relationship Type="http://schemas.openxmlformats.org/officeDocument/2006/relationships/image" Target="/ppt/media/image3.png" Id="R9bdb7ea3617a4852" /><Relationship Type="http://schemas.openxmlformats.org/officeDocument/2006/relationships/image" Target="/ppt/media/image4.png" Id="Rd0782c381f9944e7" /><Relationship Type="http://schemas.openxmlformats.org/officeDocument/2006/relationships/notesSlide" Target="/ppt/notesSlides/notesSlide3.xml" Id="R11a6ff1c98c94f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21f59bae8c84320" /><Relationship Type="http://schemas.openxmlformats.org/officeDocument/2006/relationships/image" Target="/ppt/media/image5.png" Id="R70986c67888241f8" /><Relationship Type="http://schemas.openxmlformats.org/officeDocument/2006/relationships/notesSlide" Target="/ppt/notesSlides/notesSlide4.xml" Id="R6e820e22f0e64a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f7f75d9d1c143ca" /><Relationship Type="http://schemas.openxmlformats.org/officeDocument/2006/relationships/image" Target="/ppt/media/image6.png" Id="Rbfcea8cc1db74e4a" /><Relationship Type="http://schemas.openxmlformats.org/officeDocument/2006/relationships/image" Target="/ppt/media/image7.png" Id="Ra68176a69c0149ac" /><Relationship Type="http://schemas.openxmlformats.org/officeDocument/2006/relationships/notesSlide" Target="/ppt/notesSlides/notesSlide5.xml" Id="Rcfd9db18b329477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174955fe54f468f" /><Relationship Type="http://schemas.openxmlformats.org/officeDocument/2006/relationships/notesSlide" Target="/ppt/notesSlides/notesSlide6.xml" Id="R9e22ecbe5ec44e0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776f8404c224163" /><Relationship Type="http://schemas.openxmlformats.org/officeDocument/2006/relationships/notesSlide" Target="/ppt/notesSlides/notesSlide7.xml" Id="Rda1f85b1b0164ca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f75df60b8b44ac6" /><Relationship Type="http://schemas.openxmlformats.org/officeDocument/2006/relationships/notesSlide" Target="/ppt/notesSlides/notesSlide8.xml" Id="Red7c90b73c2a41c3" /></Relationships>
</file>

<file path=ppt/slides/slide1.xml><?xml version="1.0" encoding="utf-8"?>
<p:sld xmlns:p="http://schemas.openxmlformats.org/presentationml/2006/main">
  <p:cSld>
    <p:bg>
      <p:bgPr>
        <a:solidFill xmlns:a="http://schemas.openxmlformats.org/drawingml/2006/main">
          <a:srgbClr val="10386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3CDA64-0048-46D3-AA08-C0D7B2795D49}"/>
              </a:ext>
            </a:extLst>
          </p:cNvPr>
          <p:cNvSpPr>
            <a:spLocks xmlns:a="http://schemas.openxmlformats.org/drawingml/2006/main" noGrp="1"/>
          </p:cNvSpPr>
          <p:nvPr/>
        </p:nvSpPr>
        <p:spPr>
          <a:xfrm xmlns:a="http://schemas.openxmlformats.org/drawingml/2006/main">
            <a:off x="571500" y="63341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92B6D2"/>
                </a:solidFill>
                <a:latin typeface="SUIT"/>
                <a:ea typeface="SUIT"/>
                <a:cs typeface="SUIT"/>
              </a:defRPr>
            </a:defPPr>
          </a:lstStyle>
          <a:p xmlns:a="http://schemas.openxmlformats.org/drawingml/2006/main">
            <a:pPr>
              <a:defRPr sz="1200" b="1">
                <a:solidFill>
                  <a:srgbClr val="92B6D2"/>
                </a:solidFill>
                <a:latin typeface="SUIT"/>
                <a:ea typeface="SUIT"/>
                <a:cs typeface="SUIT"/>
              </a:defRPr>
            </a:pPr>
            <a:r>
              <a:rPr sz="1200" b="1">
                <a:solidFill>
                  <a:srgbClr val="92B6D2"/>
                </a:solidFill>
                <a:latin typeface="SUIT"/>
                <a:ea typeface="SUIT"/>
                <a:cs typeface="SUIT"/>
              </a:rPr>
              <a:t>ALLBLUE</a:t>
            </a:r>
          </a:p>
        </p:txBody>
      </p:sp>
      <p:sp>
        <p:nvSpPr>
          <p:cNvPr id="2" name="">
            <a:extLst xmlns:a="http://schemas.openxmlformats.org/drawingml/2006/main">
              <a:ext uri="{FF2B5EF4-FFF2-40B4-BE49-F238E27FC236}">
                <a16:creationId xmlns:a16="http://schemas.microsoft.com/office/drawing/2014/main" id="{88CCC58F-AD97-40B2-B341-083DC5122D60}"/>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92B6D2"/>
                </a:solidFill>
                <a:latin typeface="SUIT"/>
                <a:ea typeface="SUIT"/>
                <a:cs typeface="SUIT"/>
              </a:defRPr>
            </a:defPPr>
          </a:lstStyle>
          <a:p xmlns:a="http://schemas.openxmlformats.org/drawingml/2006/main">
            <a:pPr>
              <a:defRPr sz="1425" b="0">
                <a:solidFill>
                  <a:srgbClr val="92B6D2"/>
                </a:solidFill>
                <a:latin typeface="SUIT"/>
                <a:ea typeface="SUIT"/>
                <a:cs typeface="SUIT"/>
              </a:defRPr>
            </a:pPr>
            <a:r>
              <a:rPr sz="1425" b="0">
                <a:solidFill>
                  <a:srgbClr val="92B6D2"/>
                </a:solidFill>
                <a:latin typeface="SUIT"/>
                <a:ea typeface="SUIT"/>
                <a:cs typeface="SUIT"/>
              </a:rPr>
              <a:t>01</a:t>
            </a:r>
          </a:p>
        </p:txBody>
      </p:sp>
      <p:pic>
        <p:nvPicPr>
          <p:cNvPr id="3" name="">
            <a:extLst xmlns:a="http://schemas.openxmlformats.org/drawingml/2006/main">
              <a:ext uri="{FF2B5EF4-FFF2-40B4-BE49-F238E27FC236}">
                <a16:creationId xmlns:a16="http://schemas.microsoft.com/office/drawing/2014/main" id="{0C2E0A93-57B7-4ED0-B02D-73207D798842}"/>
              </a:ext>
            </a:extLst>
          </p:cNvPr>
          <p:cNvPicPr>
            <a:picLocks xmlns:a="http://schemas.openxmlformats.org/drawingml/2006/main" noChangeAspect="1"/>
          </p:cNvPicPr>
          <p:nvPr/>
        </p:nvPicPr>
        <p:blipFill>
          <a:blip xmlns:r="http://schemas.openxmlformats.org/officeDocument/2006/relationships" xmlns:a="http://schemas.openxmlformats.org/drawingml/2006/main" r:embed="Rbef9e5306ce3461a"/>
          <a:srcRect xmlns:a="http://schemas.openxmlformats.org/drawingml/2006/main" l="0" t="28000" r="0" b="0"/>
          <a:stretch xmlns:a="http://schemas.openxmlformats.org/drawingml/2006/main"/>
        </p:blipFill>
        <p:spPr>
          <a:xfrm xmlns:a="http://schemas.openxmlformats.org/drawingml/2006/main">
            <a:off x="7191375" y="0"/>
            <a:ext cx="5000625" cy="6191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167A8D86-9700-4D12-B142-0571757BF15D}"/>
              </a:ext>
            </a:extLst>
          </p:cNvPr>
          <p:cNvSpPr>
            <a:spLocks xmlns:a="http://schemas.openxmlformats.org/drawingml/2006/main" noGrp="1"/>
          </p:cNvSpPr>
          <p:nvPr/>
        </p:nvSpPr>
        <p:spPr>
          <a:xfrm xmlns:a="http://schemas.openxmlformats.org/drawingml/2006/main">
            <a:off x="571500" y="714375"/>
            <a:ext cx="666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250" b="1">
                <a:solidFill>
                  <a:srgbClr val="FFFFFF"/>
                </a:solidFill>
                <a:latin typeface="SUIT"/>
                <a:ea typeface="SUIT"/>
                <a:cs typeface="SUIT"/>
              </a:defRPr>
            </a:defPPr>
          </a:lstStyle>
          <a:p xmlns:a="http://schemas.openxmlformats.org/drawingml/2006/main">
            <a:pPr>
              <a:defRPr sz="8250" b="1">
                <a:solidFill>
                  <a:srgbClr val="FFFFFF"/>
                </a:solidFill>
                <a:latin typeface="SUIT"/>
                <a:ea typeface="SUIT"/>
                <a:cs typeface="SUIT"/>
              </a:defRPr>
            </a:pPr>
            <a:r>
              <a:rPr sz="8250" b="1">
                <a:solidFill>
                  <a:srgbClr val="FFFFFF"/>
                </a:solidFill>
                <a:latin typeface="SUIT"/>
                <a:ea typeface="SUIT"/>
                <a:cs typeface="SUIT"/>
              </a:rPr>
              <a:t>AllBlue</a:t>
            </a:r>
          </a:p>
        </p:txBody>
      </p:sp>
      <p:sp>
        <p:nvSpPr>
          <p:cNvPr id="5" name="">
            <a:extLst xmlns:a="http://schemas.openxmlformats.org/drawingml/2006/main">
              <a:ext uri="{FF2B5EF4-FFF2-40B4-BE49-F238E27FC236}">
                <a16:creationId xmlns:a16="http://schemas.microsoft.com/office/drawing/2014/main" id="{7AF778AB-414D-488C-9EBC-A255EB7CDC1D}"/>
              </a:ext>
            </a:extLst>
          </p:cNvPr>
          <p:cNvSpPr>
            <a:spLocks xmlns:a="http://schemas.openxmlformats.org/drawingml/2006/main" noGrp="1"/>
          </p:cNvSpPr>
          <p:nvPr/>
        </p:nvSpPr>
        <p:spPr>
          <a:xfrm xmlns:a="http://schemas.openxmlformats.org/drawingml/2006/main">
            <a:off x="619125" y="2571750"/>
            <a:ext cx="676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1">
                <a:solidFill>
                  <a:srgbClr val="FFFFFF"/>
                </a:solidFill>
                <a:latin typeface="SUIT"/>
                <a:ea typeface="SUIT"/>
                <a:cs typeface="SUIT"/>
              </a:defRPr>
            </a:defPPr>
          </a:lstStyle>
          <a:p xmlns:a="http://schemas.openxmlformats.org/drawingml/2006/main">
            <a:pPr>
              <a:defRPr sz="3675" b="1">
                <a:solidFill>
                  <a:srgbClr val="FFFFFF"/>
                </a:solidFill>
                <a:latin typeface="SUIT"/>
                <a:ea typeface="SUIT"/>
                <a:cs typeface="SUIT"/>
              </a:defRPr>
            </a:pPr>
            <a:r>
              <a:rPr sz="3675" b="1">
                <a:solidFill>
                  <a:srgbClr val="FFFFFF"/>
                </a:solidFill>
                <a:latin typeface="SUIT"/>
                <a:ea typeface="SUIT"/>
                <a:cs typeface="SUIT"/>
              </a:rPr>
              <a:t>프리다이빙 교육,</a:t>
            </a:r>
          </a:p>
          <a:p xmlns:a="http://schemas.openxmlformats.org/drawingml/2006/main">
            <a:pPr>
              <a:defRPr sz="3675" b="1">
                <a:solidFill>
                  <a:srgbClr val="FFFFFF"/>
                </a:solidFill>
                <a:latin typeface="SUIT"/>
                <a:ea typeface="SUIT"/>
                <a:cs typeface="SUIT"/>
              </a:defRPr>
            </a:pPr>
            <a:r>
              <a:rPr sz="3675" b="1">
                <a:solidFill>
                  <a:srgbClr val="FFFFFF"/>
                </a:solidFill>
                <a:latin typeface="SUIT"/>
                <a:ea typeface="SUIT"/>
                <a:cs typeface="SUIT"/>
              </a:rPr>
              <a:t>수업 다음까지 이어지게</a:t>
            </a:r>
          </a:p>
        </p:txBody>
      </p:sp>
      <p:sp>
        <p:nvSpPr>
          <p:cNvPr id="6" name="">
            <a:extLst xmlns:a="http://schemas.openxmlformats.org/drawingml/2006/main">
              <a:ext uri="{FF2B5EF4-FFF2-40B4-BE49-F238E27FC236}">
                <a16:creationId xmlns:a16="http://schemas.microsoft.com/office/drawing/2014/main" id="{42557ED8-C71A-46F3-9AF2-9D8DC22CCB35}"/>
              </a:ext>
            </a:extLst>
          </p:cNvPr>
          <p:cNvSpPr>
            <a:spLocks xmlns:a="http://schemas.openxmlformats.org/drawingml/2006/main" noGrp="1"/>
          </p:cNvSpPr>
          <p:nvPr/>
        </p:nvSpPr>
        <p:spPr>
          <a:xfrm xmlns:a="http://schemas.openxmlformats.org/drawingml/2006/main">
            <a:off x="647700" y="4429125"/>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32C4E9"/>
                </a:solidFill>
                <a:latin typeface="SUIT"/>
                <a:ea typeface="SUIT"/>
                <a:cs typeface="SUIT"/>
              </a:defRPr>
            </a:defPPr>
          </a:lstStyle>
          <a:p xmlns:a="http://schemas.openxmlformats.org/drawingml/2006/main">
            <a:pPr>
              <a:defRPr sz="2175" b="0">
                <a:solidFill>
                  <a:srgbClr val="32C4E9"/>
                </a:solidFill>
                <a:latin typeface="SUIT"/>
                <a:ea typeface="SUIT"/>
                <a:cs typeface="SUIT"/>
              </a:defRPr>
            </a:pPr>
            <a:r>
              <a:rPr sz="2175" b="0">
                <a:solidFill>
                  <a:srgbClr val="32C4E9"/>
                </a:solidFill>
                <a:latin typeface="SUIT"/>
                <a:ea typeface="SUIT"/>
                <a:cs typeface="SUIT"/>
              </a:rPr>
              <a:t>일정 · 교육생 진도 · 수업 피드백</a:t>
            </a:r>
          </a:p>
        </p:txBody>
      </p:sp>
      <p:sp>
        <p:nvSpPr>
          <p:cNvPr id="7" name="">
            <a:extLst xmlns:a="http://schemas.openxmlformats.org/drawingml/2006/main">
              <a:ext uri="{FF2B5EF4-FFF2-40B4-BE49-F238E27FC236}">
                <a16:creationId xmlns:a16="http://schemas.microsoft.com/office/drawing/2014/main" id="{9B5A8AD1-AA81-488D-87DB-83FB828837A5}"/>
              </a:ext>
            </a:extLst>
          </p:cNvPr>
          <p:cNvSpPr>
            <a:spLocks xmlns:a="http://schemas.openxmlformats.org/drawingml/2006/main" noGrp="1"/>
          </p:cNvSpPr>
          <p:nvPr/>
        </p:nvSpPr>
        <p:spPr>
          <a:xfrm xmlns:a="http://schemas.openxmlformats.org/drawingml/2006/main">
            <a:off x="647700" y="5381625"/>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9D3E7"/>
                </a:solidFill>
                <a:latin typeface="SUIT"/>
                <a:ea typeface="SUIT"/>
                <a:cs typeface="SUIT"/>
              </a:defRPr>
            </a:defPPr>
          </a:lstStyle>
          <a:p xmlns:a="http://schemas.openxmlformats.org/drawingml/2006/main">
            <a:pPr>
              <a:defRPr sz="1650" b="0">
                <a:solidFill>
                  <a:srgbClr val="B9D3E7"/>
                </a:solidFill>
                <a:latin typeface="SUIT"/>
                <a:ea typeface="SUIT"/>
                <a:cs typeface="SUIT"/>
              </a:defRPr>
            </a:pPr>
            <a:r>
              <a:rPr sz="1650" b="0">
                <a:solidFill>
                  <a:srgbClr val="B9D3E7"/>
                </a:solidFill>
                <a:latin typeface="SUIT"/>
                <a:ea typeface="SUIT"/>
                <a:cs typeface="SUIT"/>
              </a:rPr>
              <a:t>2026 경기스포츠산업 공모전</a:t>
            </a:r>
          </a:p>
          <a:p xmlns:a="http://schemas.openxmlformats.org/drawingml/2006/main">
            <a:pPr>
              <a:defRPr sz="1650" b="0">
                <a:solidFill>
                  <a:srgbClr val="B9D3E7"/>
                </a:solidFill>
                <a:latin typeface="SUIT"/>
                <a:ea typeface="SUIT"/>
                <a:cs typeface="SUIT"/>
              </a:defRPr>
            </a:pPr>
            <a:r>
              <a:rPr sz="1650" b="0">
                <a:solidFill>
                  <a:srgbClr val="B9D3E7"/>
                </a:solidFill>
                <a:latin typeface="SUIT"/>
                <a:ea typeface="SUIT"/>
                <a:cs typeface="SUIT"/>
              </a:rPr>
              <a:t>럼바우  |  남상현</a:t>
            </a:r>
          </a:p>
        </p:txBody>
      </p:sp>
    </p:spTree>
    <p:extLst>
      <p:ext uri="{BB962C8B-B14F-4D97-AF65-F5344CB8AC3E}">
        <p14:creationId xmlns:p14="http://schemas.microsoft.com/office/powerpoint/2010/main" val="1266437321"/>
      </p:ext>
    </p:extLst>
  </p:cSld>
</p:sld>
</file>

<file path=ppt/slides/slide2.xml><?xml version="1.0" encoding="utf-8"?>
<p:sld xmlns:p="http://schemas.openxmlformats.org/presentationml/2006/main">
  <p:cSld>
    <p:bg>
      <p:bgPr>
        <a:solidFill xmlns:a="http://schemas.openxmlformats.org/drawingml/2006/main">
          <a:srgbClr val="EBF2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A3DDE42-1297-4A20-A52A-7900EA07D524}"/>
              </a:ext>
            </a:extLst>
          </p:cNvPr>
          <p:cNvSpPr>
            <a:spLocks xmlns:a="http://schemas.openxmlformats.org/drawingml/2006/main" noGrp="1"/>
          </p:cNvSpPr>
          <p:nvPr/>
        </p:nvSpPr>
        <p:spPr>
          <a:xfrm xmlns:a="http://schemas.openxmlformats.org/drawingml/2006/main">
            <a:off x="571500" y="63341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97084"/>
                </a:solidFill>
                <a:latin typeface="SUIT"/>
                <a:ea typeface="SUIT"/>
                <a:cs typeface="SUIT"/>
              </a:defRPr>
            </a:defPPr>
          </a:lstStyle>
          <a:p xmlns:a="http://schemas.openxmlformats.org/drawingml/2006/main">
            <a:pPr>
              <a:defRPr sz="1200" b="1">
                <a:solidFill>
                  <a:srgbClr val="597084"/>
                </a:solidFill>
                <a:latin typeface="SUIT"/>
                <a:ea typeface="SUIT"/>
                <a:cs typeface="SUIT"/>
              </a:defRPr>
            </a:pPr>
            <a:r>
              <a:rPr sz="1200" b="1">
                <a:solidFill>
                  <a:srgbClr val="597084"/>
                </a:solidFill>
                <a:latin typeface="SUIT"/>
                <a:ea typeface="SUIT"/>
                <a:cs typeface="SUIT"/>
              </a:rPr>
              <a:t>ALLBLUE</a:t>
            </a:r>
          </a:p>
        </p:txBody>
      </p:sp>
      <p:sp>
        <p:nvSpPr>
          <p:cNvPr id="2" name="">
            <a:extLst xmlns:a="http://schemas.openxmlformats.org/drawingml/2006/main">
              <a:ext uri="{FF2B5EF4-FFF2-40B4-BE49-F238E27FC236}">
                <a16:creationId xmlns:a16="http://schemas.microsoft.com/office/drawing/2014/main" id="{A7BB33ED-58CC-4089-9F71-23A5CBE70EFF}"/>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97084"/>
                </a:solidFill>
                <a:latin typeface="SUIT"/>
                <a:ea typeface="SUIT"/>
                <a:cs typeface="SUIT"/>
              </a:defRPr>
            </a:defPPr>
          </a:lstStyle>
          <a:p xmlns:a="http://schemas.openxmlformats.org/drawingml/2006/main">
            <a:pPr>
              <a:defRPr sz="1425" b="0">
                <a:solidFill>
                  <a:srgbClr val="597084"/>
                </a:solidFill>
                <a:latin typeface="SUIT"/>
                <a:ea typeface="SUIT"/>
                <a:cs typeface="SUIT"/>
              </a:defRPr>
            </a:pPr>
            <a:r>
              <a:rPr sz="1425" b="0">
                <a:solidFill>
                  <a:srgbClr val="597084"/>
                </a:solidFill>
                <a:latin typeface="SUIT"/>
                <a:ea typeface="SUIT"/>
                <a:cs typeface="SUIT"/>
              </a:rPr>
              <a:t>02</a:t>
            </a:r>
          </a:p>
        </p:txBody>
      </p:sp>
      <p:sp>
        <p:nvSpPr>
          <p:cNvPr id="3" name="">
            <a:extLst xmlns:a="http://schemas.openxmlformats.org/drawingml/2006/main">
              <a:ext uri="{FF2B5EF4-FFF2-40B4-BE49-F238E27FC236}">
                <a16:creationId xmlns:a16="http://schemas.microsoft.com/office/drawing/2014/main" id="{07F7274D-3679-4F02-B07C-53A7AF3AE334}"/>
              </a:ext>
            </a:extLst>
          </p:cNvPr>
          <p:cNvSpPr>
            <a:spLocks xmlns:a="http://schemas.openxmlformats.org/drawingml/2006/main" noGrp="1"/>
          </p:cNvSpPr>
          <p:nvPr/>
        </p:nvSpPr>
        <p:spPr>
          <a:xfrm xmlns:a="http://schemas.openxmlformats.org/drawingml/2006/main">
            <a:off x="571500" y="49530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02E4C"/>
                </a:solidFill>
                <a:latin typeface="SUIT"/>
                <a:ea typeface="SUIT"/>
                <a:cs typeface="SUIT"/>
              </a:defRPr>
            </a:defPPr>
          </a:lstStyle>
          <a:p xmlns:a="http://schemas.openxmlformats.org/drawingml/2006/main">
            <a:pPr>
              <a:defRPr sz="3225" b="1">
                <a:solidFill>
                  <a:srgbClr val="102E4C"/>
                </a:solidFill>
                <a:latin typeface="SUIT"/>
                <a:ea typeface="SUIT"/>
                <a:cs typeface="SUIT"/>
              </a:defRPr>
            </a:pPr>
            <a:r>
              <a:rPr sz="3225" b="1">
                <a:solidFill>
                  <a:srgbClr val="102E4C"/>
                </a:solidFill>
                <a:latin typeface="SUIT"/>
                <a:ea typeface="SUIT"/>
                <a:cs typeface="SUIT"/>
              </a:rPr>
              <a:t>교육 현장의 출발점</a:t>
            </a:r>
          </a:p>
        </p:txBody>
      </p:sp>
      <p:sp>
        <p:nvSpPr>
          <p:cNvPr id="4" name="">
            <a:extLst xmlns:a="http://schemas.openxmlformats.org/drawingml/2006/main">
              <a:ext uri="{FF2B5EF4-FFF2-40B4-BE49-F238E27FC236}">
                <a16:creationId xmlns:a16="http://schemas.microsoft.com/office/drawing/2014/main" id="{E8782428-6423-4CBB-8491-D7B20F452ADB}"/>
              </a:ext>
            </a:extLst>
          </p:cNvPr>
          <p:cNvSpPr>
            <a:spLocks xmlns:a="http://schemas.openxmlformats.org/drawingml/2006/main" noGrp="1"/>
          </p:cNvSpPr>
          <p:nvPr/>
        </p:nvSpPr>
        <p:spPr>
          <a:xfrm xmlns:a="http://schemas.openxmlformats.org/drawingml/2006/main">
            <a:off x="619125" y="161925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100" b="1">
                <a:solidFill>
                  <a:srgbClr val="174778"/>
                </a:solidFill>
                <a:latin typeface="SUIT"/>
                <a:ea typeface="SUIT"/>
                <a:cs typeface="SUIT"/>
              </a:defRPr>
            </a:defPPr>
          </a:lstStyle>
          <a:p xmlns:a="http://schemas.openxmlformats.org/drawingml/2006/main">
            <a:pPr>
              <a:defRPr sz="5100" b="1">
                <a:solidFill>
                  <a:srgbClr val="174778"/>
                </a:solidFill>
                <a:latin typeface="SUIT"/>
                <a:ea typeface="SUIT"/>
                <a:cs typeface="SUIT"/>
              </a:defRPr>
            </a:pPr>
            <a:r>
              <a:rPr sz="5100" b="1">
                <a:solidFill>
                  <a:srgbClr val="174778"/>
                </a:solidFill>
                <a:latin typeface="SUIT"/>
                <a:ea typeface="SUIT"/>
                <a:cs typeface="SUIT"/>
              </a:rPr>
              <a:t>“진도는 엑셀에,</a:t>
            </a:r>
          </a:p>
          <a:p xmlns:a="http://schemas.openxmlformats.org/drawingml/2006/main">
            <a:pPr>
              <a:defRPr sz="5100" b="1">
                <a:solidFill>
                  <a:srgbClr val="174778"/>
                </a:solidFill>
                <a:latin typeface="SUIT"/>
                <a:ea typeface="SUIT"/>
                <a:cs typeface="SUIT"/>
              </a:defRPr>
            </a:pPr>
            <a:r>
              <a:rPr sz="5100" b="1">
                <a:solidFill>
                  <a:srgbClr val="174778"/>
                </a:solidFill>
                <a:latin typeface="SUIT"/>
                <a:ea typeface="SUIT"/>
                <a:cs typeface="SUIT"/>
              </a:rPr>
              <a:t>다음 수업 준비는 다시.”</a:t>
            </a:r>
          </a:p>
        </p:txBody>
      </p:sp>
      <p:sp>
        <p:nvSpPr>
          <p:cNvPr id="5" name="">
            <a:extLst xmlns:a="http://schemas.openxmlformats.org/drawingml/2006/main">
              <a:ext uri="{FF2B5EF4-FFF2-40B4-BE49-F238E27FC236}">
                <a16:creationId xmlns:a16="http://schemas.microsoft.com/office/drawing/2014/main" id="{AE6CA9D4-B976-4860-87C8-F46ABE9C2CF8}"/>
              </a:ext>
            </a:extLst>
          </p:cNvPr>
          <p:cNvSpPr>
            <a:spLocks xmlns:a="http://schemas.openxmlformats.org/drawingml/2006/main" noGrp="1"/>
          </p:cNvSpPr>
          <p:nvPr/>
        </p:nvSpPr>
        <p:spPr>
          <a:xfrm xmlns:a="http://schemas.openxmlformats.org/drawingml/2006/main">
            <a:off x="666750" y="419100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97084"/>
                </a:solidFill>
                <a:latin typeface="SUIT"/>
                <a:ea typeface="SUIT"/>
                <a:cs typeface="SUIT"/>
              </a:defRPr>
            </a:defPPr>
          </a:lstStyle>
          <a:p xmlns:a="http://schemas.openxmlformats.org/drawingml/2006/main">
            <a:pPr>
              <a:defRPr sz="2025" b="0">
                <a:solidFill>
                  <a:srgbClr val="597084"/>
                </a:solidFill>
                <a:latin typeface="SUIT"/>
                <a:ea typeface="SUIT"/>
                <a:cs typeface="SUIT"/>
              </a:defRPr>
            </a:pPr>
            <a:r>
              <a:rPr sz="2025" b="0">
                <a:solidFill>
                  <a:srgbClr val="597084"/>
                </a:solidFill>
                <a:latin typeface="SUIT"/>
                <a:ea typeface="SUIT"/>
                <a:cs typeface="SUIT"/>
              </a:rPr>
              <a:t>수업 전</a:t>
            </a:r>
          </a:p>
        </p:txBody>
      </p:sp>
      <p:sp>
        <p:nvSpPr>
          <p:cNvPr id="6" name="">
            <a:extLst xmlns:a="http://schemas.openxmlformats.org/drawingml/2006/main">
              <a:ext uri="{FF2B5EF4-FFF2-40B4-BE49-F238E27FC236}">
                <a16:creationId xmlns:a16="http://schemas.microsoft.com/office/drawing/2014/main" id="{CE681ABC-15D8-404E-BCCE-7D34D38FCC3F}"/>
              </a:ext>
            </a:extLst>
          </p:cNvPr>
          <p:cNvSpPr>
            <a:spLocks xmlns:a="http://schemas.openxmlformats.org/drawingml/2006/main" noGrp="1"/>
          </p:cNvSpPr>
          <p:nvPr/>
        </p:nvSpPr>
        <p:spPr>
          <a:xfrm xmlns:a="http://schemas.openxmlformats.org/drawingml/2006/main">
            <a:off x="666750" y="470535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E4C"/>
                </a:solidFill>
                <a:latin typeface="SUIT"/>
                <a:ea typeface="SUIT"/>
                <a:cs typeface="SUIT"/>
              </a:defRPr>
            </a:defPPr>
          </a:lstStyle>
          <a:p xmlns:a="http://schemas.openxmlformats.org/drawingml/2006/main">
            <a:pPr>
              <a:defRPr sz="2700" b="1">
                <a:solidFill>
                  <a:srgbClr val="102E4C"/>
                </a:solidFill>
                <a:latin typeface="SUIT"/>
                <a:ea typeface="SUIT"/>
                <a:cs typeface="SUIT"/>
              </a:defRPr>
            </a:pPr>
            <a:r>
              <a:rPr sz="2700" b="1">
                <a:solidFill>
                  <a:srgbClr val="102E4C"/>
                </a:solidFill>
                <a:latin typeface="SUIT"/>
                <a:ea typeface="SUIT"/>
                <a:cs typeface="SUIT"/>
              </a:rPr>
              <a:t>지난 진도 찾기</a:t>
            </a:r>
          </a:p>
        </p:txBody>
      </p:sp>
      <p:sp>
        <p:nvSpPr>
          <p:cNvPr id="7" name="">
            <a:extLst xmlns:a="http://schemas.openxmlformats.org/drawingml/2006/main">
              <a:ext uri="{FF2B5EF4-FFF2-40B4-BE49-F238E27FC236}">
                <a16:creationId xmlns:a16="http://schemas.microsoft.com/office/drawing/2014/main" id="{9A44B9D7-058E-48DD-AA86-847210004949}"/>
              </a:ext>
            </a:extLst>
          </p:cNvPr>
          <p:cNvSpPr>
            <a:spLocks xmlns:a="http://schemas.openxmlformats.org/drawingml/2006/main" noGrp="1"/>
          </p:cNvSpPr>
          <p:nvPr/>
        </p:nvSpPr>
        <p:spPr>
          <a:xfrm xmlns:a="http://schemas.openxmlformats.org/drawingml/2006/main">
            <a:off x="4810125" y="41910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97084"/>
                </a:solidFill>
                <a:latin typeface="SUIT"/>
                <a:ea typeface="SUIT"/>
                <a:cs typeface="SUIT"/>
              </a:defRPr>
            </a:defPPr>
          </a:lstStyle>
          <a:p xmlns:a="http://schemas.openxmlformats.org/drawingml/2006/main">
            <a:pPr>
              <a:defRPr sz="2025" b="0">
                <a:solidFill>
                  <a:srgbClr val="597084"/>
                </a:solidFill>
                <a:latin typeface="SUIT"/>
                <a:ea typeface="SUIT"/>
                <a:cs typeface="SUIT"/>
              </a:defRPr>
            </a:pPr>
            <a:r>
              <a:rPr sz="2025" b="0">
                <a:solidFill>
                  <a:srgbClr val="597084"/>
                </a:solidFill>
                <a:latin typeface="SUIT"/>
                <a:ea typeface="SUIT"/>
                <a:cs typeface="SUIT"/>
              </a:rPr>
              <a:t>수업 후</a:t>
            </a:r>
          </a:p>
        </p:txBody>
      </p:sp>
      <p:sp>
        <p:nvSpPr>
          <p:cNvPr id="8" name="">
            <a:extLst xmlns:a="http://schemas.openxmlformats.org/drawingml/2006/main">
              <a:ext uri="{FF2B5EF4-FFF2-40B4-BE49-F238E27FC236}">
                <a16:creationId xmlns:a16="http://schemas.microsoft.com/office/drawing/2014/main" id="{39EDDDB1-9C5D-46F5-A8F3-358E05AECDB3}"/>
              </a:ext>
            </a:extLst>
          </p:cNvPr>
          <p:cNvSpPr>
            <a:spLocks xmlns:a="http://schemas.openxmlformats.org/drawingml/2006/main" noGrp="1"/>
          </p:cNvSpPr>
          <p:nvPr/>
        </p:nvSpPr>
        <p:spPr>
          <a:xfrm xmlns:a="http://schemas.openxmlformats.org/drawingml/2006/main">
            <a:off x="4810125" y="470535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E4C"/>
                </a:solidFill>
                <a:latin typeface="SUIT"/>
                <a:ea typeface="SUIT"/>
                <a:cs typeface="SUIT"/>
              </a:defRPr>
            </a:defPPr>
          </a:lstStyle>
          <a:p xmlns:a="http://schemas.openxmlformats.org/drawingml/2006/main">
            <a:pPr>
              <a:defRPr sz="2700" b="1">
                <a:solidFill>
                  <a:srgbClr val="102E4C"/>
                </a:solidFill>
                <a:latin typeface="SUIT"/>
                <a:ea typeface="SUIT"/>
                <a:cs typeface="SUIT"/>
              </a:defRPr>
            </a:pPr>
            <a:r>
              <a:rPr sz="2700" b="1">
                <a:solidFill>
                  <a:srgbClr val="102E4C"/>
                </a:solidFill>
                <a:latin typeface="SUIT"/>
                <a:ea typeface="SUIT"/>
                <a:cs typeface="SUIT"/>
              </a:rPr>
              <a:t>배운 내용 정리</a:t>
            </a:r>
          </a:p>
        </p:txBody>
      </p:sp>
      <p:sp>
        <p:nvSpPr>
          <p:cNvPr id="9" name="">
            <a:extLst xmlns:a="http://schemas.openxmlformats.org/drawingml/2006/main">
              <a:ext uri="{FF2B5EF4-FFF2-40B4-BE49-F238E27FC236}">
                <a16:creationId xmlns:a16="http://schemas.microsoft.com/office/drawing/2014/main" id="{2DAA4826-C0FB-4694-9CE0-AD96B754A902}"/>
              </a:ext>
            </a:extLst>
          </p:cNvPr>
          <p:cNvSpPr>
            <a:spLocks xmlns:a="http://schemas.openxmlformats.org/drawingml/2006/main" noGrp="1"/>
          </p:cNvSpPr>
          <p:nvPr/>
        </p:nvSpPr>
        <p:spPr>
          <a:xfrm xmlns:a="http://schemas.openxmlformats.org/drawingml/2006/main">
            <a:off x="8858250" y="4191000"/>
            <a:ext cx="285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97084"/>
                </a:solidFill>
                <a:latin typeface="SUIT"/>
                <a:ea typeface="SUIT"/>
                <a:cs typeface="SUIT"/>
              </a:defRPr>
            </a:defPPr>
          </a:lstStyle>
          <a:p xmlns:a="http://schemas.openxmlformats.org/drawingml/2006/main">
            <a:pPr>
              <a:defRPr sz="2025" b="0">
                <a:solidFill>
                  <a:srgbClr val="597084"/>
                </a:solidFill>
                <a:latin typeface="SUIT"/>
                <a:ea typeface="SUIT"/>
                <a:cs typeface="SUIT"/>
              </a:defRPr>
            </a:pPr>
            <a:r>
              <a:rPr sz="2025" b="0">
                <a:solidFill>
                  <a:srgbClr val="597084"/>
                </a:solidFill>
                <a:latin typeface="SUIT"/>
                <a:ea typeface="SUIT"/>
                <a:cs typeface="SUIT"/>
              </a:rPr>
              <a:t>다음 수업</a:t>
            </a:r>
          </a:p>
        </p:txBody>
      </p:sp>
      <p:sp>
        <p:nvSpPr>
          <p:cNvPr id="10" name="">
            <a:extLst xmlns:a="http://schemas.openxmlformats.org/drawingml/2006/main">
              <a:ext uri="{FF2B5EF4-FFF2-40B4-BE49-F238E27FC236}">
                <a16:creationId xmlns:a16="http://schemas.microsoft.com/office/drawing/2014/main" id="{E530327A-EB78-457B-B410-90ABA7AED902}"/>
              </a:ext>
            </a:extLst>
          </p:cNvPr>
          <p:cNvSpPr>
            <a:spLocks xmlns:a="http://schemas.openxmlformats.org/drawingml/2006/main" noGrp="1"/>
          </p:cNvSpPr>
          <p:nvPr/>
        </p:nvSpPr>
        <p:spPr>
          <a:xfrm xmlns:a="http://schemas.openxmlformats.org/drawingml/2006/main">
            <a:off x="8858250" y="47053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102E4C"/>
                </a:solidFill>
                <a:latin typeface="SUIT"/>
                <a:ea typeface="SUIT"/>
                <a:cs typeface="SUIT"/>
              </a:defRPr>
            </a:defPPr>
          </a:lstStyle>
          <a:p xmlns:a="http://schemas.openxmlformats.org/drawingml/2006/main">
            <a:pPr>
              <a:defRPr sz="2700" b="1">
                <a:solidFill>
                  <a:srgbClr val="102E4C"/>
                </a:solidFill>
                <a:latin typeface="SUIT"/>
                <a:ea typeface="SUIT"/>
                <a:cs typeface="SUIT"/>
              </a:defRPr>
            </a:pPr>
            <a:r>
              <a:rPr sz="2700" b="1">
                <a:solidFill>
                  <a:srgbClr val="102E4C"/>
                </a:solidFill>
                <a:latin typeface="SUIT"/>
                <a:ea typeface="SUIT"/>
                <a:cs typeface="SUIT"/>
              </a:rPr>
              <a:t>기록 다시 확인</a:t>
            </a:r>
          </a:p>
        </p:txBody>
      </p:sp>
      <p:sp>
        <p:nvSpPr>
          <p:cNvPr id="11" name="">
            <a:extLst xmlns:a="http://schemas.openxmlformats.org/drawingml/2006/main">
              <a:ext uri="{FF2B5EF4-FFF2-40B4-BE49-F238E27FC236}">
                <a16:creationId xmlns:a16="http://schemas.microsoft.com/office/drawing/2014/main" id="{20B12A06-A3E4-4BDD-A898-6084F9BF68FB}"/>
              </a:ext>
            </a:extLst>
          </p:cNvPr>
          <p:cNvSpPr>
            <a:spLocks xmlns:a="http://schemas.openxmlformats.org/drawingml/2006/main" noGrp="1"/>
          </p:cNvSpPr>
          <p:nvPr/>
        </p:nvSpPr>
        <p:spPr>
          <a:xfrm xmlns:a="http://schemas.openxmlformats.org/drawingml/2006/main">
            <a:off x="666750" y="56959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97084"/>
                </a:solidFill>
                <a:latin typeface="SUIT"/>
                <a:ea typeface="SUIT"/>
                <a:cs typeface="SUIT"/>
              </a:defRPr>
            </a:defPPr>
          </a:lstStyle>
          <a:p xmlns:a="http://schemas.openxmlformats.org/drawingml/2006/main">
            <a:pPr>
              <a:defRPr sz="1500" b="0">
                <a:solidFill>
                  <a:srgbClr val="597084"/>
                </a:solidFill>
                <a:latin typeface="SUIT"/>
                <a:ea typeface="SUIT"/>
                <a:cs typeface="SUIT"/>
              </a:defRPr>
            </a:pPr>
            <a:r>
              <a:rPr sz="1500" b="0">
                <a:solidFill>
                  <a:srgbClr val="597084"/>
                </a:solidFill>
                <a:latin typeface="SUIT"/>
                <a:ea typeface="SUIT"/>
                <a:cs typeface="SUIT"/>
              </a:rPr>
              <a:t>대표자·협업 강사의 현장 경험을 바탕으로 한 문제 정의</a:t>
            </a:r>
          </a:p>
        </p:txBody>
      </p:sp>
    </p:spTree>
    <p:extLst>
      <p:ext uri="{BB962C8B-B14F-4D97-AF65-F5344CB8AC3E}">
        <p14:creationId xmlns:p14="http://schemas.microsoft.com/office/powerpoint/2010/main" val="1111738282"/>
      </p:ext>
    </p:extLst>
  </p:cSld>
</p:sld>
</file>

<file path=ppt/slides/slide3.xml><?xml version="1.0" encoding="utf-8"?>
<p:sld xmlns:p="http://schemas.openxmlformats.org/presentationml/2006/main">
  <p:cSld>
    <p:bg>
      <p:bgPr>
        <a:solidFill xmlns:a="http://schemas.openxmlformats.org/drawingml/2006/main">
          <a:srgbClr val="EBF2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7E7F3F3-7AD0-4751-BBB9-7301C236E6BB}"/>
              </a:ext>
            </a:extLst>
          </p:cNvPr>
          <p:cNvSpPr>
            <a:spLocks xmlns:a="http://schemas.openxmlformats.org/drawingml/2006/main" noGrp="1"/>
          </p:cNvSpPr>
          <p:nvPr/>
        </p:nvSpPr>
        <p:spPr>
          <a:xfrm xmlns:a="http://schemas.openxmlformats.org/drawingml/2006/main">
            <a:off x="571500" y="63341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97084"/>
                </a:solidFill>
                <a:latin typeface="SUIT"/>
                <a:ea typeface="SUIT"/>
                <a:cs typeface="SUIT"/>
              </a:defRPr>
            </a:defPPr>
          </a:lstStyle>
          <a:p xmlns:a="http://schemas.openxmlformats.org/drawingml/2006/main">
            <a:pPr>
              <a:defRPr sz="1200" b="1">
                <a:solidFill>
                  <a:srgbClr val="597084"/>
                </a:solidFill>
                <a:latin typeface="SUIT"/>
                <a:ea typeface="SUIT"/>
                <a:cs typeface="SUIT"/>
              </a:defRPr>
            </a:pPr>
            <a:r>
              <a:rPr sz="1200" b="1">
                <a:solidFill>
                  <a:srgbClr val="597084"/>
                </a:solidFill>
                <a:latin typeface="SUIT"/>
                <a:ea typeface="SUIT"/>
                <a:cs typeface="SUIT"/>
              </a:rPr>
              <a:t>ALLBLUE</a:t>
            </a:r>
          </a:p>
        </p:txBody>
      </p:sp>
      <p:sp>
        <p:nvSpPr>
          <p:cNvPr id="2" name="">
            <a:extLst xmlns:a="http://schemas.openxmlformats.org/drawingml/2006/main">
              <a:ext uri="{FF2B5EF4-FFF2-40B4-BE49-F238E27FC236}">
                <a16:creationId xmlns:a16="http://schemas.microsoft.com/office/drawing/2014/main" id="{4585C95E-73FB-4D81-927C-965BB3E4764A}"/>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97084"/>
                </a:solidFill>
                <a:latin typeface="SUIT"/>
                <a:ea typeface="SUIT"/>
                <a:cs typeface="SUIT"/>
              </a:defRPr>
            </a:defPPr>
          </a:lstStyle>
          <a:p xmlns:a="http://schemas.openxmlformats.org/drawingml/2006/main">
            <a:pPr>
              <a:defRPr sz="1425" b="0">
                <a:solidFill>
                  <a:srgbClr val="597084"/>
                </a:solidFill>
                <a:latin typeface="SUIT"/>
                <a:ea typeface="SUIT"/>
                <a:cs typeface="SUIT"/>
              </a:defRPr>
            </a:pPr>
            <a:r>
              <a:rPr sz="1425" b="0">
                <a:solidFill>
                  <a:srgbClr val="597084"/>
                </a:solidFill>
                <a:latin typeface="SUIT"/>
                <a:ea typeface="SUIT"/>
                <a:cs typeface="SUIT"/>
              </a:rPr>
              <a:t>03</a:t>
            </a:r>
          </a:p>
        </p:txBody>
      </p:sp>
      <p:sp>
        <p:nvSpPr>
          <p:cNvPr id="3" name="">
            <a:extLst xmlns:a="http://schemas.openxmlformats.org/drawingml/2006/main">
              <a:ext uri="{FF2B5EF4-FFF2-40B4-BE49-F238E27FC236}">
                <a16:creationId xmlns:a16="http://schemas.microsoft.com/office/drawing/2014/main" id="{025C271C-61C9-4476-9E65-E5FD0D775D35}"/>
              </a:ext>
            </a:extLst>
          </p:cNvPr>
          <p:cNvSpPr>
            <a:spLocks xmlns:a="http://schemas.openxmlformats.org/drawingml/2006/main" noGrp="1"/>
          </p:cNvSpPr>
          <p:nvPr/>
        </p:nvSpPr>
        <p:spPr>
          <a:xfrm xmlns:a="http://schemas.openxmlformats.org/drawingml/2006/main">
            <a:off x="571500" y="3810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102E4C"/>
                </a:solidFill>
                <a:latin typeface="SUIT"/>
                <a:ea typeface="SUIT"/>
                <a:cs typeface="SUIT"/>
              </a:defRPr>
            </a:defPPr>
          </a:lstStyle>
          <a:p xmlns:a="http://schemas.openxmlformats.org/drawingml/2006/main">
            <a:pPr>
              <a:defRPr sz="3525" b="1">
                <a:solidFill>
                  <a:srgbClr val="102E4C"/>
                </a:solidFill>
                <a:latin typeface="SUIT"/>
                <a:ea typeface="SUIT"/>
                <a:cs typeface="SUIT"/>
              </a:defRPr>
            </a:pPr>
            <a:r>
              <a:rPr sz="3525" b="1">
                <a:solidFill>
                  <a:srgbClr val="102E4C"/>
                </a:solidFill>
                <a:latin typeface="SUIT"/>
                <a:ea typeface="SUIT"/>
                <a:cs typeface="SUIT"/>
              </a:rPr>
              <a:t>한 번의 수업을 앱 안에서 연결</a:t>
            </a:r>
          </a:p>
        </p:txBody>
      </p:sp>
      <p:sp>
        <p:nvSpPr>
          <p:cNvPr id="4" name="">
            <a:extLst xmlns:a="http://schemas.openxmlformats.org/drawingml/2006/main">
              <a:ext uri="{FF2B5EF4-FFF2-40B4-BE49-F238E27FC236}">
                <a16:creationId xmlns:a16="http://schemas.microsoft.com/office/drawing/2014/main" id="{FFE8854E-8088-4D8F-84B4-7F5439B8492C}"/>
              </a:ext>
            </a:extLst>
          </p:cNvPr>
          <p:cNvSpPr>
            <a:spLocks xmlns:a="http://schemas.openxmlformats.org/drawingml/2006/main" noGrp="1"/>
          </p:cNvSpPr>
          <p:nvPr/>
        </p:nvSpPr>
        <p:spPr>
          <a:xfrm xmlns:a="http://schemas.openxmlformats.org/drawingml/2006/main">
            <a:off x="971550" y="12192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4778"/>
                </a:solidFill>
                <a:latin typeface="SUIT"/>
                <a:ea typeface="SUIT"/>
                <a:cs typeface="SUIT"/>
              </a:defRPr>
            </a:defPPr>
          </a:lstStyle>
          <a:p xmlns:a="http://schemas.openxmlformats.org/drawingml/2006/main">
            <a:pPr>
              <a:defRPr sz="2100" b="1">
                <a:solidFill>
                  <a:srgbClr val="174778"/>
                </a:solidFill>
                <a:latin typeface="SUIT"/>
                <a:ea typeface="SUIT"/>
                <a:cs typeface="SUIT"/>
              </a:defRPr>
            </a:pPr>
            <a:r>
              <a:rPr sz="2100" b="1">
                <a:solidFill>
                  <a:srgbClr val="174778"/>
                </a:solidFill>
                <a:latin typeface="SUIT"/>
                <a:ea typeface="SUIT"/>
                <a:cs typeface="SUIT"/>
              </a:rPr>
              <a:t>01  일정 선택</a:t>
            </a:r>
          </a:p>
        </p:txBody>
      </p:sp>
      <p:pic>
        <p:nvPicPr>
          <p:cNvPr id="5" name="">
            <a:extLst xmlns:a="http://schemas.openxmlformats.org/drawingml/2006/main">
              <a:ext uri="{FF2B5EF4-FFF2-40B4-BE49-F238E27FC236}">
                <a16:creationId xmlns:a16="http://schemas.microsoft.com/office/drawing/2014/main" id="{559CC1B9-4F51-44F0-8086-00EC45711425}"/>
              </a:ext>
            </a:extLst>
          </p:cNvPr>
          <p:cNvPicPr>
            <a:picLocks xmlns:a="http://schemas.openxmlformats.org/drawingml/2006/main" noChangeAspect="1"/>
          </p:cNvPicPr>
          <p:nvPr/>
        </p:nvPicPr>
        <p:blipFill>
          <a:blip xmlns:r="http://schemas.openxmlformats.org/officeDocument/2006/relationships" xmlns:a="http://schemas.openxmlformats.org/drawingml/2006/main" r:embed="Rba7f3d9ae09f47b9"/>
          <a:srcRect xmlns:a="http://schemas.openxmlformats.org/drawingml/2006/main" l="12000" t="25500" r="12000" b="2000"/>
          <a:stretch xmlns:a="http://schemas.openxmlformats.org/drawingml/2006/main"/>
        </p:blipFill>
        <p:spPr>
          <a:xfrm xmlns:a="http://schemas.openxmlformats.org/drawingml/2006/main">
            <a:off x="1047750" y="1838325"/>
            <a:ext cx="2333625" cy="41433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B45D09F-59B0-4652-B157-260BC8CCA39E}"/>
              </a:ext>
            </a:extLst>
          </p:cNvPr>
          <p:cNvSpPr>
            <a:spLocks xmlns:a="http://schemas.openxmlformats.org/drawingml/2006/main" noGrp="1"/>
          </p:cNvSpPr>
          <p:nvPr/>
        </p:nvSpPr>
        <p:spPr>
          <a:xfrm xmlns:a="http://schemas.openxmlformats.org/drawingml/2006/main">
            <a:off x="4686300" y="12192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4778"/>
                </a:solidFill>
                <a:latin typeface="SUIT"/>
                <a:ea typeface="SUIT"/>
                <a:cs typeface="SUIT"/>
              </a:defRPr>
            </a:defPPr>
          </a:lstStyle>
          <a:p xmlns:a="http://schemas.openxmlformats.org/drawingml/2006/main">
            <a:pPr>
              <a:defRPr sz="2100" b="1">
                <a:solidFill>
                  <a:srgbClr val="174778"/>
                </a:solidFill>
                <a:latin typeface="SUIT"/>
                <a:ea typeface="SUIT"/>
                <a:cs typeface="SUIT"/>
              </a:defRPr>
            </a:pPr>
            <a:r>
              <a:rPr sz="2100" b="1">
                <a:solidFill>
                  <a:srgbClr val="174778"/>
                </a:solidFill>
                <a:latin typeface="SUIT"/>
                <a:ea typeface="SUIT"/>
                <a:cs typeface="SUIT"/>
              </a:rPr>
              <a:t>02  교육생 확인</a:t>
            </a:r>
          </a:p>
        </p:txBody>
      </p:sp>
      <p:pic>
        <p:nvPicPr>
          <p:cNvPr id="7" name="">
            <a:extLst xmlns:a="http://schemas.openxmlformats.org/drawingml/2006/main">
              <a:ext uri="{FF2B5EF4-FFF2-40B4-BE49-F238E27FC236}">
                <a16:creationId xmlns:a16="http://schemas.microsoft.com/office/drawing/2014/main" id="{836A3282-7343-4B16-969B-E2FDA84A6021}"/>
              </a:ext>
            </a:extLst>
          </p:cNvPr>
          <p:cNvPicPr>
            <a:picLocks xmlns:a="http://schemas.openxmlformats.org/drawingml/2006/main" noChangeAspect="1"/>
          </p:cNvPicPr>
          <p:nvPr/>
        </p:nvPicPr>
        <p:blipFill>
          <a:blip xmlns:r="http://schemas.openxmlformats.org/officeDocument/2006/relationships" xmlns:a="http://schemas.openxmlformats.org/drawingml/2006/main" r:embed="R9bdb7ea3617a4852"/>
          <a:srcRect xmlns:a="http://schemas.openxmlformats.org/drawingml/2006/main" l="12000" t="25500" r="12000" b="2000"/>
          <a:stretch xmlns:a="http://schemas.openxmlformats.org/drawingml/2006/main"/>
        </p:blipFill>
        <p:spPr>
          <a:xfrm xmlns:a="http://schemas.openxmlformats.org/drawingml/2006/main">
            <a:off x="4762500" y="1838325"/>
            <a:ext cx="2333625" cy="4143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08CD72E-3D9F-4BED-ACBB-ADD6ACACF444}"/>
              </a:ext>
            </a:extLst>
          </p:cNvPr>
          <p:cNvSpPr>
            <a:spLocks xmlns:a="http://schemas.openxmlformats.org/drawingml/2006/main" noGrp="1"/>
          </p:cNvSpPr>
          <p:nvPr/>
        </p:nvSpPr>
        <p:spPr>
          <a:xfrm xmlns:a="http://schemas.openxmlformats.org/drawingml/2006/main">
            <a:off x="8401050" y="12192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74778"/>
                </a:solidFill>
                <a:latin typeface="SUIT"/>
                <a:ea typeface="SUIT"/>
                <a:cs typeface="SUIT"/>
              </a:defRPr>
            </a:defPPr>
          </a:lstStyle>
          <a:p xmlns:a="http://schemas.openxmlformats.org/drawingml/2006/main">
            <a:pPr>
              <a:defRPr sz="2100" b="1">
                <a:solidFill>
                  <a:srgbClr val="174778"/>
                </a:solidFill>
                <a:latin typeface="SUIT"/>
                <a:ea typeface="SUIT"/>
                <a:cs typeface="SUIT"/>
              </a:defRPr>
            </a:pPr>
            <a:r>
              <a:rPr sz="2100" b="1">
                <a:solidFill>
                  <a:srgbClr val="174778"/>
                </a:solidFill>
                <a:latin typeface="SUIT"/>
                <a:ea typeface="SUIT"/>
                <a:cs typeface="SUIT"/>
              </a:rPr>
              <a:t>03  디브리핑</a:t>
            </a:r>
          </a:p>
        </p:txBody>
      </p:sp>
      <p:pic>
        <p:nvPicPr>
          <p:cNvPr id="9" name="">
            <a:extLst xmlns:a="http://schemas.openxmlformats.org/drawingml/2006/main">
              <a:ext uri="{FF2B5EF4-FFF2-40B4-BE49-F238E27FC236}">
                <a16:creationId xmlns:a16="http://schemas.microsoft.com/office/drawing/2014/main" id="{EDAC91C9-D930-41BE-BEFE-6E07BE3AEF5F}"/>
              </a:ext>
            </a:extLst>
          </p:cNvPr>
          <p:cNvPicPr>
            <a:picLocks xmlns:a="http://schemas.openxmlformats.org/drawingml/2006/main" noChangeAspect="1"/>
          </p:cNvPicPr>
          <p:nvPr/>
        </p:nvPicPr>
        <p:blipFill>
          <a:blip xmlns:r="http://schemas.openxmlformats.org/officeDocument/2006/relationships" xmlns:a="http://schemas.openxmlformats.org/drawingml/2006/main" r:embed="Rd0782c381f9944e7"/>
          <a:srcRect xmlns:a="http://schemas.openxmlformats.org/drawingml/2006/main" l="12000" t="25500" r="12000" b="2000"/>
          <a:stretch xmlns:a="http://schemas.openxmlformats.org/drawingml/2006/main"/>
        </p:blipFill>
        <p:spPr>
          <a:xfrm xmlns:a="http://schemas.openxmlformats.org/drawingml/2006/main">
            <a:off x="8477250" y="1838325"/>
            <a:ext cx="2333625" cy="41433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A0EBFDA-CF90-4EEF-A100-0FFBB50275D9}"/>
              </a:ext>
            </a:extLst>
          </p:cNvPr>
          <p:cNvSpPr>
            <a:spLocks xmlns:a="http://schemas.openxmlformats.org/drawingml/2006/main" noGrp="1"/>
          </p:cNvSpPr>
          <p:nvPr/>
        </p:nvSpPr>
        <p:spPr>
          <a:xfrm xmlns:a="http://schemas.openxmlformats.org/drawingml/2006/main">
            <a:off x="3714750" y="34290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0">
                <a:solidFill>
                  <a:srgbClr val="174778"/>
                </a:solidFill>
                <a:latin typeface="SUIT"/>
                <a:ea typeface="SUIT"/>
                <a:cs typeface="SUIT"/>
              </a:defRPr>
            </a:defPPr>
          </a:lstStyle>
          <a:p xmlns:a="http://schemas.openxmlformats.org/drawingml/2006/main">
            <a:pPr>
              <a:defRPr sz="3675" b="0">
                <a:solidFill>
                  <a:srgbClr val="174778"/>
                </a:solidFill>
                <a:latin typeface="SUIT"/>
                <a:ea typeface="SUIT"/>
                <a:cs typeface="SUIT"/>
              </a:defRPr>
            </a:pPr>
            <a:r>
              <a:rPr sz="3675" b="0">
                <a:solidFill>
                  <a:srgbClr val="174778"/>
                </a:solidFill>
                <a:latin typeface="SUIT"/>
                <a:ea typeface="SUIT"/>
                <a:cs typeface="SUIT"/>
              </a:rPr>
              <a:t>→</a:t>
            </a:r>
          </a:p>
        </p:txBody>
      </p:sp>
      <p:sp>
        <p:nvSpPr>
          <p:cNvPr id="11" name="">
            <a:extLst xmlns:a="http://schemas.openxmlformats.org/drawingml/2006/main">
              <a:ext uri="{FF2B5EF4-FFF2-40B4-BE49-F238E27FC236}">
                <a16:creationId xmlns:a16="http://schemas.microsoft.com/office/drawing/2014/main" id="{EC19D9E6-6807-4A01-BE6C-01B9B8D74265}"/>
              </a:ext>
            </a:extLst>
          </p:cNvPr>
          <p:cNvSpPr>
            <a:spLocks xmlns:a="http://schemas.openxmlformats.org/drawingml/2006/main" noGrp="1"/>
          </p:cNvSpPr>
          <p:nvPr/>
        </p:nvSpPr>
        <p:spPr>
          <a:xfrm xmlns:a="http://schemas.openxmlformats.org/drawingml/2006/main">
            <a:off x="7429500" y="34290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0">
                <a:solidFill>
                  <a:srgbClr val="174778"/>
                </a:solidFill>
                <a:latin typeface="SUIT"/>
                <a:ea typeface="SUIT"/>
                <a:cs typeface="SUIT"/>
              </a:defRPr>
            </a:defPPr>
          </a:lstStyle>
          <a:p xmlns:a="http://schemas.openxmlformats.org/drawingml/2006/main">
            <a:pPr>
              <a:defRPr sz="3675" b="0">
                <a:solidFill>
                  <a:srgbClr val="174778"/>
                </a:solidFill>
                <a:latin typeface="SUIT"/>
                <a:ea typeface="SUIT"/>
                <a:cs typeface="SUIT"/>
              </a:defRPr>
            </a:pPr>
            <a:r>
              <a:rPr sz="3675" b="0">
                <a:solidFill>
                  <a:srgbClr val="174778"/>
                </a:solidFill>
                <a:latin typeface="SUIT"/>
                <a:ea typeface="SUIT"/>
                <a:cs typeface="SUIT"/>
              </a:rPr>
              <a:t>→</a:t>
            </a:r>
          </a:p>
        </p:txBody>
      </p:sp>
    </p:spTree>
    <p:extLst>
      <p:ext uri="{BB962C8B-B14F-4D97-AF65-F5344CB8AC3E}">
        <p14:creationId xmlns:p14="http://schemas.microsoft.com/office/powerpoint/2010/main" val="950963554"/>
      </p:ext>
    </p:extLst>
  </p:cSld>
</p:sld>
</file>

<file path=ppt/slides/slide4.xml><?xml version="1.0" encoding="utf-8"?>
<p:sld xmlns:p="http://schemas.openxmlformats.org/presentationml/2006/main">
  <p:cSld>
    <p:bg>
      <p:bgPr>
        <a:solidFill xmlns:a="http://schemas.openxmlformats.org/drawingml/2006/main">
          <a:srgbClr val="10386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F1E21C4-DF22-4D2B-BB75-28E5909DBEF7}"/>
              </a:ext>
            </a:extLst>
          </p:cNvPr>
          <p:cNvSpPr>
            <a:spLocks xmlns:a="http://schemas.openxmlformats.org/drawingml/2006/main" noGrp="1"/>
          </p:cNvSpPr>
          <p:nvPr/>
        </p:nvSpPr>
        <p:spPr>
          <a:xfrm xmlns:a="http://schemas.openxmlformats.org/drawingml/2006/main">
            <a:off x="571500" y="63341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92B6D2"/>
                </a:solidFill>
                <a:latin typeface="SUIT"/>
                <a:ea typeface="SUIT"/>
                <a:cs typeface="SUIT"/>
              </a:defRPr>
            </a:defPPr>
          </a:lstStyle>
          <a:p xmlns:a="http://schemas.openxmlformats.org/drawingml/2006/main">
            <a:pPr>
              <a:defRPr sz="1200" b="1">
                <a:solidFill>
                  <a:srgbClr val="92B6D2"/>
                </a:solidFill>
                <a:latin typeface="SUIT"/>
                <a:ea typeface="SUIT"/>
                <a:cs typeface="SUIT"/>
              </a:defRPr>
            </a:pPr>
            <a:r>
              <a:rPr sz="1200" b="1">
                <a:solidFill>
                  <a:srgbClr val="92B6D2"/>
                </a:solidFill>
                <a:latin typeface="SUIT"/>
                <a:ea typeface="SUIT"/>
                <a:cs typeface="SUIT"/>
              </a:rPr>
              <a:t>ALLBLUE</a:t>
            </a:r>
          </a:p>
        </p:txBody>
      </p:sp>
      <p:sp>
        <p:nvSpPr>
          <p:cNvPr id="2" name="">
            <a:extLst xmlns:a="http://schemas.openxmlformats.org/drawingml/2006/main">
              <a:ext uri="{FF2B5EF4-FFF2-40B4-BE49-F238E27FC236}">
                <a16:creationId xmlns:a16="http://schemas.microsoft.com/office/drawing/2014/main" id="{EBA2A8C7-A633-4DF0-B79D-3190F45DFD33}"/>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92B6D2"/>
                </a:solidFill>
                <a:latin typeface="SUIT"/>
                <a:ea typeface="SUIT"/>
                <a:cs typeface="SUIT"/>
              </a:defRPr>
            </a:defPPr>
          </a:lstStyle>
          <a:p xmlns:a="http://schemas.openxmlformats.org/drawingml/2006/main">
            <a:pPr>
              <a:defRPr sz="1425" b="0">
                <a:solidFill>
                  <a:srgbClr val="92B6D2"/>
                </a:solidFill>
                <a:latin typeface="SUIT"/>
                <a:ea typeface="SUIT"/>
                <a:cs typeface="SUIT"/>
              </a:defRPr>
            </a:pPr>
            <a:r>
              <a:rPr sz="1425" b="0">
                <a:solidFill>
                  <a:srgbClr val="92B6D2"/>
                </a:solidFill>
                <a:latin typeface="SUIT"/>
                <a:ea typeface="SUIT"/>
                <a:cs typeface="SUIT"/>
              </a:rPr>
              <a:t>04</a:t>
            </a:r>
          </a:p>
        </p:txBody>
      </p:sp>
      <p:pic>
        <p:nvPicPr>
          <p:cNvPr id="3" name="">
            <a:extLst xmlns:a="http://schemas.openxmlformats.org/drawingml/2006/main">
              <a:ext uri="{FF2B5EF4-FFF2-40B4-BE49-F238E27FC236}">
                <a16:creationId xmlns:a16="http://schemas.microsoft.com/office/drawing/2014/main" id="{4C0564B7-1797-422C-BC64-71E5C0F5CB4F}"/>
              </a:ext>
            </a:extLst>
          </p:cNvPr>
          <p:cNvPicPr>
            <a:picLocks xmlns:a="http://schemas.openxmlformats.org/drawingml/2006/main" noChangeAspect="1"/>
          </p:cNvPicPr>
          <p:nvPr/>
        </p:nvPicPr>
        <p:blipFill>
          <a:blip xmlns:r="http://schemas.openxmlformats.org/officeDocument/2006/relationships" xmlns:a="http://schemas.openxmlformats.org/drawingml/2006/main" r:embed="R70986c67888241f8"/>
          <a:srcRect xmlns:a="http://schemas.openxmlformats.org/drawingml/2006/main" l="12000" t="25500" r="12000" b="2000"/>
          <a:stretch xmlns:a="http://schemas.openxmlformats.org/drawingml/2006/main"/>
        </p:blipFill>
        <p:spPr>
          <a:xfrm xmlns:a="http://schemas.openxmlformats.org/drawingml/2006/main">
            <a:off x="666750" y="571500"/>
            <a:ext cx="3238500" cy="5429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2A8ED3B-329C-41AD-ABCE-C045834C8B63}"/>
              </a:ext>
            </a:extLst>
          </p:cNvPr>
          <p:cNvSpPr>
            <a:spLocks xmlns:a="http://schemas.openxmlformats.org/drawingml/2006/main" noGrp="1"/>
          </p:cNvSpPr>
          <p:nvPr/>
        </p:nvSpPr>
        <p:spPr>
          <a:xfrm xmlns:a="http://schemas.openxmlformats.org/drawingml/2006/main">
            <a:off x="4857750" y="666750"/>
            <a:ext cx="628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32C4E9"/>
                </a:solidFill>
                <a:latin typeface="SUIT"/>
                <a:ea typeface="SUIT"/>
                <a:cs typeface="SUIT"/>
              </a:defRPr>
            </a:defPPr>
          </a:lstStyle>
          <a:p xmlns:a="http://schemas.openxmlformats.org/drawingml/2006/main">
            <a:pPr>
              <a:defRPr sz="1875" b="1">
                <a:solidFill>
                  <a:srgbClr val="32C4E9"/>
                </a:solidFill>
                <a:latin typeface="SUIT"/>
                <a:ea typeface="SUIT"/>
                <a:cs typeface="SUIT"/>
              </a:defRPr>
            </a:pPr>
            <a:r>
              <a:rPr sz="1875" b="1">
                <a:solidFill>
                  <a:srgbClr val="32C4E9"/>
                </a:solidFill>
                <a:latin typeface="SUIT"/>
                <a:ea typeface="SUIT"/>
                <a:cs typeface="SUIT"/>
              </a:rPr>
              <a:t>교육생별 진도</a:t>
            </a:r>
          </a:p>
        </p:txBody>
      </p:sp>
      <p:sp>
        <p:nvSpPr>
          <p:cNvPr id="5" name="">
            <a:extLst xmlns:a="http://schemas.openxmlformats.org/drawingml/2006/main">
              <a:ext uri="{FF2B5EF4-FFF2-40B4-BE49-F238E27FC236}">
                <a16:creationId xmlns:a16="http://schemas.microsoft.com/office/drawing/2014/main" id="{DBC447C8-FF22-4EE9-A663-90F75C6BAB45}"/>
              </a:ext>
            </a:extLst>
          </p:cNvPr>
          <p:cNvSpPr>
            <a:spLocks xmlns:a="http://schemas.openxmlformats.org/drawingml/2006/main" noGrp="1"/>
          </p:cNvSpPr>
          <p:nvPr/>
        </p:nvSpPr>
        <p:spPr>
          <a:xfrm xmlns:a="http://schemas.openxmlformats.org/drawingml/2006/main">
            <a:off x="4857750" y="1524000"/>
            <a:ext cx="66675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FFFFF"/>
                </a:solidFill>
                <a:latin typeface="SUIT"/>
                <a:ea typeface="SUIT"/>
                <a:cs typeface="SUIT"/>
              </a:defRPr>
            </a:defPPr>
          </a:lstStyle>
          <a:p xmlns:a="http://schemas.openxmlformats.org/drawingml/2006/main">
            <a:pPr>
              <a:defRPr sz="4800" b="1">
                <a:solidFill>
                  <a:srgbClr val="FFFFFF"/>
                </a:solidFill>
                <a:latin typeface="SUIT"/>
                <a:ea typeface="SUIT"/>
                <a:cs typeface="SUIT"/>
              </a:defRPr>
            </a:pPr>
            <a:r>
              <a:rPr sz="4800" b="1">
                <a:solidFill>
                  <a:srgbClr val="FFFFFF"/>
                </a:solidFill>
                <a:latin typeface="SUIT"/>
                <a:ea typeface="SUIT"/>
                <a:cs typeface="SUIT"/>
              </a:rPr>
              <a:t>지난 수업이</a:t>
            </a:r>
          </a:p>
          <a:p xmlns:a="http://schemas.openxmlformats.org/drawingml/2006/main">
            <a:pPr>
              <a:defRPr sz="4800" b="1">
                <a:solidFill>
                  <a:srgbClr val="FFFFFF"/>
                </a:solidFill>
                <a:latin typeface="SUIT"/>
                <a:ea typeface="SUIT"/>
                <a:cs typeface="SUIT"/>
              </a:defRPr>
            </a:pPr>
            <a:r>
              <a:rPr sz="4800" b="1">
                <a:solidFill>
                  <a:srgbClr val="FFFFFF"/>
                </a:solidFill>
                <a:latin typeface="SUIT"/>
                <a:ea typeface="SUIT"/>
                <a:cs typeface="SUIT"/>
              </a:rPr>
              <a:t>다음 수업의</a:t>
            </a:r>
          </a:p>
          <a:p xmlns:a="http://schemas.openxmlformats.org/drawingml/2006/main">
            <a:pPr>
              <a:defRPr sz="4800" b="1">
                <a:solidFill>
                  <a:srgbClr val="FFFFFF"/>
                </a:solidFill>
                <a:latin typeface="SUIT"/>
                <a:ea typeface="SUIT"/>
                <a:cs typeface="SUIT"/>
              </a:defRPr>
            </a:pPr>
            <a:r>
              <a:rPr sz="4800" b="1">
                <a:solidFill>
                  <a:srgbClr val="FFFFFF"/>
                </a:solidFill>
                <a:latin typeface="SUIT"/>
                <a:ea typeface="SUIT"/>
                <a:cs typeface="SUIT"/>
              </a:rPr>
              <a:t>출발점이 되도록</a:t>
            </a:r>
          </a:p>
        </p:txBody>
      </p:sp>
      <p:sp>
        <p:nvSpPr>
          <p:cNvPr id="6" name="">
            <a:extLst xmlns:a="http://schemas.openxmlformats.org/drawingml/2006/main">
              <a:ext uri="{FF2B5EF4-FFF2-40B4-BE49-F238E27FC236}">
                <a16:creationId xmlns:a16="http://schemas.microsoft.com/office/drawing/2014/main" id="{B00388B7-D33A-4056-9D0A-DDCC5F81FAFC}"/>
              </a:ext>
            </a:extLst>
          </p:cNvPr>
          <p:cNvSpPr>
            <a:spLocks xmlns:a="http://schemas.openxmlformats.org/drawingml/2006/main" noGrp="1"/>
          </p:cNvSpPr>
          <p:nvPr/>
        </p:nvSpPr>
        <p:spPr>
          <a:xfrm xmlns:a="http://schemas.openxmlformats.org/drawingml/2006/main">
            <a:off x="4905375" y="4429125"/>
            <a:ext cx="647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D9E9F5"/>
                </a:solidFill>
                <a:latin typeface="SUIT"/>
                <a:ea typeface="SUIT"/>
                <a:cs typeface="SUIT"/>
              </a:defRPr>
            </a:defPPr>
          </a:lstStyle>
          <a:p xmlns:a="http://schemas.openxmlformats.org/drawingml/2006/main">
            <a:pPr>
              <a:defRPr sz="2325" b="0">
                <a:solidFill>
                  <a:srgbClr val="D9E9F5"/>
                </a:solidFill>
                <a:latin typeface="SUIT"/>
                <a:ea typeface="SUIT"/>
                <a:cs typeface="SUIT"/>
              </a:defRPr>
            </a:pPr>
            <a:r>
              <a:rPr sz="2325" b="0">
                <a:solidFill>
                  <a:srgbClr val="D9E9F5"/>
                </a:solidFill>
                <a:latin typeface="SUIT"/>
                <a:ea typeface="SUIT"/>
                <a:cs typeface="SUIT"/>
              </a:rPr>
              <a:t>AIDA 과정별 요건 확인</a:t>
            </a:r>
          </a:p>
          <a:p xmlns:a="http://schemas.openxmlformats.org/drawingml/2006/main">
            <a:pPr>
              <a:defRPr sz="2325" b="0">
                <a:solidFill>
                  <a:srgbClr val="D9E9F5"/>
                </a:solidFill>
                <a:latin typeface="SUIT"/>
                <a:ea typeface="SUIT"/>
                <a:cs typeface="SUIT"/>
              </a:defRPr>
            </a:pPr>
            <a:r>
              <a:rPr sz="2325" b="0">
                <a:solidFill>
                  <a:srgbClr val="D9E9F5"/>
                </a:solidFill>
                <a:latin typeface="SUIT"/>
                <a:ea typeface="SUIT"/>
                <a:cs typeface="SUIT"/>
              </a:rPr>
              <a:t>개방수역·풀 진행 상황 기록</a:t>
            </a:r>
          </a:p>
        </p:txBody>
      </p:sp>
      <p:sp>
        <p:nvSpPr>
          <p:cNvPr id="7" name="">
            <a:extLst xmlns:a="http://schemas.openxmlformats.org/drawingml/2006/main">
              <a:ext uri="{FF2B5EF4-FFF2-40B4-BE49-F238E27FC236}">
                <a16:creationId xmlns:a16="http://schemas.microsoft.com/office/drawing/2014/main" id="{6FD82D46-BDDD-46AD-92B5-6A5BAC7F9FE3}"/>
              </a:ext>
            </a:extLst>
          </p:cNvPr>
          <p:cNvSpPr>
            <a:spLocks xmlns:a="http://schemas.openxmlformats.org/drawingml/2006/main" noGrp="1"/>
          </p:cNvSpPr>
          <p:nvPr/>
        </p:nvSpPr>
        <p:spPr>
          <a:xfrm xmlns:a="http://schemas.openxmlformats.org/drawingml/2006/main">
            <a:off x="4905375" y="5715000"/>
            <a:ext cx="647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92B6D2"/>
                </a:solidFill>
                <a:latin typeface="SUIT"/>
                <a:ea typeface="SUIT"/>
                <a:cs typeface="SUIT"/>
              </a:defRPr>
            </a:defPPr>
          </a:lstStyle>
          <a:p xmlns:a="http://schemas.openxmlformats.org/drawingml/2006/main">
            <a:pPr>
              <a:defRPr sz="1500" b="0">
                <a:solidFill>
                  <a:srgbClr val="92B6D2"/>
                </a:solidFill>
                <a:latin typeface="SUIT"/>
                <a:ea typeface="SUIT"/>
                <a:cs typeface="SUIT"/>
              </a:defRPr>
            </a:pPr>
            <a:r>
              <a:rPr sz="1500" b="0">
                <a:solidFill>
                  <a:srgbClr val="92B6D2"/>
                </a:solidFill>
                <a:latin typeface="SUIT"/>
                <a:ea typeface="SUIT"/>
                <a:cs typeface="SUIT"/>
              </a:rPr>
              <a:t>교육·자격 판단은 강사가 수행합니다.</a:t>
            </a:r>
          </a:p>
        </p:txBody>
      </p:sp>
    </p:spTree>
    <p:extLst>
      <p:ext uri="{BB962C8B-B14F-4D97-AF65-F5344CB8AC3E}">
        <p14:creationId xmlns:p14="http://schemas.microsoft.com/office/powerpoint/2010/main" val="942205061"/>
      </p:ext>
    </p:extLst>
  </p:cSld>
</p:sld>
</file>

<file path=ppt/slides/slide5.xml><?xml version="1.0" encoding="utf-8"?>
<p:sld xmlns:p="http://schemas.openxmlformats.org/presentationml/2006/main">
  <p:cSld>
    <p:bg>
      <p:bgPr>
        <a:solidFill xmlns:a="http://schemas.openxmlformats.org/drawingml/2006/main">
          <a:srgbClr val="EBF2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48EA1B-1211-4CD4-9B27-DCFBC9E4BDB0}"/>
              </a:ext>
            </a:extLst>
          </p:cNvPr>
          <p:cNvSpPr>
            <a:spLocks xmlns:a="http://schemas.openxmlformats.org/drawingml/2006/main" noGrp="1"/>
          </p:cNvSpPr>
          <p:nvPr/>
        </p:nvSpPr>
        <p:spPr>
          <a:xfrm xmlns:a="http://schemas.openxmlformats.org/drawingml/2006/main">
            <a:off x="571500" y="63341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97084"/>
                </a:solidFill>
                <a:latin typeface="SUIT"/>
                <a:ea typeface="SUIT"/>
                <a:cs typeface="SUIT"/>
              </a:defRPr>
            </a:defPPr>
          </a:lstStyle>
          <a:p xmlns:a="http://schemas.openxmlformats.org/drawingml/2006/main">
            <a:pPr>
              <a:defRPr sz="1200" b="1">
                <a:solidFill>
                  <a:srgbClr val="597084"/>
                </a:solidFill>
                <a:latin typeface="SUIT"/>
                <a:ea typeface="SUIT"/>
                <a:cs typeface="SUIT"/>
              </a:defRPr>
            </a:pPr>
            <a:r>
              <a:rPr sz="1200" b="1">
                <a:solidFill>
                  <a:srgbClr val="597084"/>
                </a:solidFill>
                <a:latin typeface="SUIT"/>
                <a:ea typeface="SUIT"/>
                <a:cs typeface="SUIT"/>
              </a:rPr>
              <a:t>ALLBLUE</a:t>
            </a:r>
          </a:p>
        </p:txBody>
      </p:sp>
      <p:sp>
        <p:nvSpPr>
          <p:cNvPr id="2" name="">
            <a:extLst xmlns:a="http://schemas.openxmlformats.org/drawingml/2006/main">
              <a:ext uri="{FF2B5EF4-FFF2-40B4-BE49-F238E27FC236}">
                <a16:creationId xmlns:a16="http://schemas.microsoft.com/office/drawing/2014/main" id="{8BF0BBF4-050B-4B5B-859E-E1F8D206D902}"/>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97084"/>
                </a:solidFill>
                <a:latin typeface="SUIT"/>
                <a:ea typeface="SUIT"/>
                <a:cs typeface="SUIT"/>
              </a:defRPr>
            </a:defPPr>
          </a:lstStyle>
          <a:p xmlns:a="http://schemas.openxmlformats.org/drawingml/2006/main">
            <a:pPr>
              <a:defRPr sz="1425" b="0">
                <a:solidFill>
                  <a:srgbClr val="597084"/>
                </a:solidFill>
                <a:latin typeface="SUIT"/>
                <a:ea typeface="SUIT"/>
                <a:cs typeface="SUIT"/>
              </a:defRPr>
            </a:pPr>
            <a:r>
              <a:rPr sz="1425" b="0">
                <a:solidFill>
                  <a:srgbClr val="597084"/>
                </a:solidFill>
                <a:latin typeface="SUIT"/>
                <a:ea typeface="SUIT"/>
                <a:cs typeface="SUIT"/>
              </a:rPr>
              <a:t>05</a:t>
            </a:r>
          </a:p>
        </p:txBody>
      </p:sp>
      <p:sp>
        <p:nvSpPr>
          <p:cNvPr id="3" name="">
            <a:extLst xmlns:a="http://schemas.openxmlformats.org/drawingml/2006/main">
              <a:ext uri="{FF2B5EF4-FFF2-40B4-BE49-F238E27FC236}">
                <a16:creationId xmlns:a16="http://schemas.microsoft.com/office/drawing/2014/main" id="{496AC6D2-F16E-484E-84A9-40C38D2A250D}"/>
              </a:ext>
            </a:extLst>
          </p:cNvPr>
          <p:cNvSpPr>
            <a:spLocks xmlns:a="http://schemas.openxmlformats.org/drawingml/2006/main" noGrp="1"/>
          </p:cNvSpPr>
          <p:nvPr/>
        </p:nvSpPr>
        <p:spPr>
          <a:xfrm xmlns:a="http://schemas.openxmlformats.org/drawingml/2006/main">
            <a:off x="571500" y="42862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102E4C"/>
                </a:solidFill>
                <a:latin typeface="SUIT"/>
                <a:ea typeface="SUIT"/>
                <a:cs typeface="SUIT"/>
              </a:defRPr>
            </a:defPPr>
          </a:lstStyle>
          <a:p xmlns:a="http://schemas.openxmlformats.org/drawingml/2006/main">
            <a:pPr>
              <a:defRPr sz="3375" b="1">
                <a:solidFill>
                  <a:srgbClr val="102E4C"/>
                </a:solidFill>
                <a:latin typeface="SUIT"/>
                <a:ea typeface="SUIT"/>
                <a:cs typeface="SUIT"/>
              </a:defRPr>
            </a:pPr>
            <a:r>
              <a:rPr sz="3375" b="1">
                <a:solidFill>
                  <a:srgbClr val="102E4C"/>
                </a:solidFill>
                <a:latin typeface="SUIT"/>
                <a:ea typeface="SUIT"/>
                <a:cs typeface="SUIT"/>
              </a:rPr>
              <a:t>교육생과 다음 일정을 함께 관리</a:t>
            </a:r>
          </a:p>
        </p:txBody>
      </p:sp>
      <p:pic>
        <p:nvPicPr>
          <p:cNvPr id="4" name="">
            <a:extLst xmlns:a="http://schemas.openxmlformats.org/drawingml/2006/main">
              <a:ext uri="{FF2B5EF4-FFF2-40B4-BE49-F238E27FC236}">
                <a16:creationId xmlns:a16="http://schemas.microsoft.com/office/drawing/2014/main" id="{3BB7C596-5E36-4408-B9D6-554BCA119C7D}"/>
              </a:ext>
            </a:extLst>
          </p:cNvPr>
          <p:cNvPicPr>
            <a:picLocks xmlns:a="http://schemas.openxmlformats.org/drawingml/2006/main" noChangeAspect="1"/>
          </p:cNvPicPr>
          <p:nvPr/>
        </p:nvPicPr>
        <p:blipFill>
          <a:blip xmlns:r="http://schemas.openxmlformats.org/officeDocument/2006/relationships" xmlns:a="http://schemas.openxmlformats.org/drawingml/2006/main" r:embed="Rbfcea8cc1db74e4a"/>
          <a:srcRect xmlns:a="http://schemas.openxmlformats.org/drawingml/2006/main" l="12000" t="25500" r="12000" b="2000"/>
          <a:stretch xmlns:a="http://schemas.openxmlformats.org/drawingml/2006/main"/>
        </p:blipFill>
        <p:spPr>
          <a:xfrm xmlns:a="http://schemas.openxmlformats.org/drawingml/2006/main">
            <a:off x="619125" y="1619250"/>
            <a:ext cx="2476500" cy="4333875"/>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038DDA73-A30C-489C-AF71-D06B503AE02B}"/>
              </a:ext>
            </a:extLst>
          </p:cNvPr>
          <p:cNvPicPr>
            <a:picLocks xmlns:a="http://schemas.openxmlformats.org/drawingml/2006/main" noChangeAspect="1"/>
          </p:cNvPicPr>
          <p:nvPr/>
        </p:nvPicPr>
        <p:blipFill>
          <a:blip xmlns:r="http://schemas.openxmlformats.org/officeDocument/2006/relationships" xmlns:a="http://schemas.openxmlformats.org/drawingml/2006/main" r:embed="Ra68176a69c0149ac"/>
          <a:srcRect xmlns:a="http://schemas.openxmlformats.org/drawingml/2006/main" l="12000" t="25500" r="12000" b="2000"/>
          <a:stretch xmlns:a="http://schemas.openxmlformats.org/drawingml/2006/main"/>
        </p:blipFill>
        <p:spPr>
          <a:xfrm xmlns:a="http://schemas.openxmlformats.org/drawingml/2006/main">
            <a:off x="3476625" y="1619250"/>
            <a:ext cx="2476500"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B5450CE-9C09-4C27-94CA-EE4D4B400082}"/>
              </a:ext>
            </a:extLst>
          </p:cNvPr>
          <p:cNvSpPr>
            <a:spLocks xmlns:a="http://schemas.openxmlformats.org/drawingml/2006/main" noGrp="1"/>
          </p:cNvSpPr>
          <p:nvPr/>
        </p:nvSpPr>
        <p:spPr>
          <a:xfrm xmlns:a="http://schemas.openxmlformats.org/drawingml/2006/main">
            <a:off x="6905625" y="1857375"/>
            <a:ext cx="4667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050" b="1">
                <a:solidFill>
                  <a:srgbClr val="174778"/>
                </a:solidFill>
                <a:latin typeface="SUIT"/>
                <a:ea typeface="SUIT"/>
                <a:cs typeface="SUIT"/>
              </a:defRPr>
            </a:defPPr>
          </a:lstStyle>
          <a:p xmlns:a="http://schemas.openxmlformats.org/drawingml/2006/main">
            <a:pPr>
              <a:defRPr sz="4050" b="1">
                <a:solidFill>
                  <a:srgbClr val="174778"/>
                </a:solidFill>
                <a:latin typeface="SUIT"/>
                <a:ea typeface="SUIT"/>
                <a:cs typeface="SUIT"/>
              </a:defRPr>
            </a:pPr>
            <a:r>
              <a:rPr sz="4050" b="1">
                <a:solidFill>
                  <a:srgbClr val="174778"/>
                </a:solidFill>
                <a:latin typeface="SUIT"/>
                <a:ea typeface="SUIT"/>
                <a:cs typeface="SUIT"/>
              </a:rPr>
              <a:t>수업이 끝나도</a:t>
            </a:r>
          </a:p>
          <a:p xmlns:a="http://schemas.openxmlformats.org/drawingml/2006/main">
            <a:pPr>
              <a:defRPr sz="4050" b="1">
                <a:solidFill>
                  <a:srgbClr val="174778"/>
                </a:solidFill>
                <a:latin typeface="SUIT"/>
                <a:ea typeface="SUIT"/>
                <a:cs typeface="SUIT"/>
              </a:defRPr>
            </a:pPr>
            <a:r>
              <a:rPr sz="4050" b="1">
                <a:solidFill>
                  <a:srgbClr val="174778"/>
                </a:solidFill>
                <a:latin typeface="SUIT"/>
                <a:ea typeface="SUIT"/>
                <a:cs typeface="SUIT"/>
              </a:rPr>
              <a:t>기록은 남습니다</a:t>
            </a:r>
          </a:p>
        </p:txBody>
      </p:sp>
      <p:sp>
        <p:nvSpPr>
          <p:cNvPr id="7" name="">
            <a:extLst xmlns:a="http://schemas.openxmlformats.org/drawingml/2006/main">
              <a:ext uri="{FF2B5EF4-FFF2-40B4-BE49-F238E27FC236}">
                <a16:creationId xmlns:a16="http://schemas.microsoft.com/office/drawing/2014/main" id="{7A148B66-5A83-4064-8C9E-EF9708629BE0}"/>
              </a:ext>
            </a:extLst>
          </p:cNvPr>
          <p:cNvSpPr>
            <a:spLocks xmlns:a="http://schemas.openxmlformats.org/drawingml/2006/main" noGrp="1"/>
          </p:cNvSpPr>
          <p:nvPr/>
        </p:nvSpPr>
        <p:spPr>
          <a:xfrm xmlns:a="http://schemas.openxmlformats.org/drawingml/2006/main">
            <a:off x="6953250" y="3905250"/>
            <a:ext cx="457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02E4C"/>
                </a:solidFill>
                <a:latin typeface="SUIT"/>
                <a:ea typeface="SUIT"/>
                <a:cs typeface="SUIT"/>
              </a:defRPr>
            </a:defPPr>
          </a:lstStyle>
          <a:p xmlns:a="http://schemas.openxmlformats.org/drawingml/2006/main">
            <a:pPr>
              <a:defRPr sz="2025" b="0">
                <a:solidFill>
                  <a:srgbClr val="102E4C"/>
                </a:solidFill>
                <a:latin typeface="SUIT"/>
                <a:ea typeface="SUIT"/>
                <a:cs typeface="SUIT"/>
              </a:defRPr>
            </a:pPr>
            <a:r>
              <a:rPr sz="2025" b="0">
                <a:solidFill>
                  <a:srgbClr val="102E4C"/>
                </a:solidFill>
                <a:latin typeface="SUIT"/>
                <a:ea typeface="SUIT"/>
                <a:cs typeface="SUIT"/>
              </a:rPr>
              <a:t>교육생을 그룹으로 관리하고</a:t>
            </a:r>
          </a:p>
          <a:p xmlns:a="http://schemas.openxmlformats.org/drawingml/2006/main">
            <a:pPr>
              <a:defRPr sz="2025" b="0">
                <a:solidFill>
                  <a:srgbClr val="102E4C"/>
                </a:solidFill>
                <a:latin typeface="SUIT"/>
                <a:ea typeface="SUIT"/>
                <a:cs typeface="SUIT"/>
              </a:defRPr>
            </a:pPr>
            <a:r>
              <a:rPr sz="2025" b="0">
                <a:solidFill>
                  <a:srgbClr val="102E4C"/>
                </a:solidFill>
                <a:latin typeface="SUIT"/>
                <a:ea typeface="SUIT"/>
                <a:cs typeface="SUIT"/>
              </a:rPr>
              <a:t>날짜·장소별 일정을 확인합니다.</a:t>
            </a:r>
          </a:p>
        </p:txBody>
      </p:sp>
      <p:sp>
        <p:nvSpPr>
          <p:cNvPr id="8" name="">
            <a:extLst xmlns:a="http://schemas.openxmlformats.org/drawingml/2006/main">
              <a:ext uri="{FF2B5EF4-FFF2-40B4-BE49-F238E27FC236}">
                <a16:creationId xmlns:a16="http://schemas.microsoft.com/office/drawing/2014/main" id="{75C43EB9-9E9E-4014-B5F0-8EE2EBCCD0C3}"/>
              </a:ext>
            </a:extLst>
          </p:cNvPr>
          <p:cNvSpPr>
            <a:spLocks xmlns:a="http://schemas.openxmlformats.org/drawingml/2006/main" noGrp="1"/>
          </p:cNvSpPr>
          <p:nvPr/>
        </p:nvSpPr>
        <p:spPr>
          <a:xfrm xmlns:a="http://schemas.openxmlformats.org/drawingml/2006/main">
            <a:off x="6953250" y="5334000"/>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97084"/>
                </a:solidFill>
                <a:latin typeface="SUIT"/>
                <a:ea typeface="SUIT"/>
                <a:cs typeface="SUIT"/>
              </a:defRPr>
            </a:defPPr>
          </a:lstStyle>
          <a:p xmlns:a="http://schemas.openxmlformats.org/drawingml/2006/main">
            <a:pPr>
              <a:defRPr sz="1650" b="0">
                <a:solidFill>
                  <a:srgbClr val="597084"/>
                </a:solidFill>
                <a:latin typeface="SUIT"/>
                <a:ea typeface="SUIT"/>
                <a:cs typeface="SUIT"/>
              </a:defRPr>
            </a:pPr>
            <a:r>
              <a:rPr sz="1650" b="0">
                <a:solidFill>
                  <a:srgbClr val="597084"/>
                </a:solidFill>
                <a:latin typeface="SUIT"/>
                <a:ea typeface="SUIT"/>
                <a:cs typeface="SUIT"/>
              </a:rPr>
              <a:t>교육생별 기록을 다음 수업 준비에 활용</a:t>
            </a:r>
          </a:p>
        </p:txBody>
      </p:sp>
    </p:spTree>
    <p:extLst>
      <p:ext uri="{BB962C8B-B14F-4D97-AF65-F5344CB8AC3E}">
        <p14:creationId xmlns:p14="http://schemas.microsoft.com/office/powerpoint/2010/main" val="1934569446"/>
      </p:ext>
    </p:extLst>
  </p:cSld>
</p:sld>
</file>

<file path=ppt/slides/slide6.xml><?xml version="1.0" encoding="utf-8"?>
<p:sld xmlns:p="http://schemas.openxmlformats.org/presentationml/2006/main">
  <p:cSld>
    <p:bg>
      <p:bgPr>
        <a:solidFill xmlns:a="http://schemas.openxmlformats.org/drawingml/2006/main">
          <a:srgbClr val="10386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A031FAF-4DD4-4674-96F9-F01A75D59917}"/>
              </a:ext>
            </a:extLst>
          </p:cNvPr>
          <p:cNvSpPr>
            <a:spLocks xmlns:a="http://schemas.openxmlformats.org/drawingml/2006/main" noGrp="1"/>
          </p:cNvSpPr>
          <p:nvPr/>
        </p:nvSpPr>
        <p:spPr>
          <a:xfrm xmlns:a="http://schemas.openxmlformats.org/drawingml/2006/main">
            <a:off x="571500" y="63341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92B6D2"/>
                </a:solidFill>
                <a:latin typeface="SUIT"/>
                <a:ea typeface="SUIT"/>
                <a:cs typeface="SUIT"/>
              </a:defRPr>
            </a:defPPr>
          </a:lstStyle>
          <a:p xmlns:a="http://schemas.openxmlformats.org/drawingml/2006/main">
            <a:pPr>
              <a:defRPr sz="1200" b="1">
                <a:solidFill>
                  <a:srgbClr val="92B6D2"/>
                </a:solidFill>
                <a:latin typeface="SUIT"/>
                <a:ea typeface="SUIT"/>
                <a:cs typeface="SUIT"/>
              </a:defRPr>
            </a:pPr>
            <a:r>
              <a:rPr sz="1200" b="1">
                <a:solidFill>
                  <a:srgbClr val="92B6D2"/>
                </a:solidFill>
                <a:latin typeface="SUIT"/>
                <a:ea typeface="SUIT"/>
                <a:cs typeface="SUIT"/>
              </a:rPr>
              <a:t>ALLBLUE</a:t>
            </a:r>
          </a:p>
        </p:txBody>
      </p:sp>
      <p:sp>
        <p:nvSpPr>
          <p:cNvPr id="2" name="">
            <a:extLst xmlns:a="http://schemas.openxmlformats.org/drawingml/2006/main">
              <a:ext uri="{FF2B5EF4-FFF2-40B4-BE49-F238E27FC236}">
                <a16:creationId xmlns:a16="http://schemas.microsoft.com/office/drawing/2014/main" id="{BB7363B8-E7A1-47D0-8B02-A86AAE9578A0}"/>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92B6D2"/>
                </a:solidFill>
                <a:latin typeface="SUIT"/>
                <a:ea typeface="SUIT"/>
                <a:cs typeface="SUIT"/>
              </a:defRPr>
            </a:defPPr>
          </a:lstStyle>
          <a:p xmlns:a="http://schemas.openxmlformats.org/drawingml/2006/main">
            <a:pPr>
              <a:defRPr sz="1425" b="0">
                <a:solidFill>
                  <a:srgbClr val="92B6D2"/>
                </a:solidFill>
                <a:latin typeface="SUIT"/>
                <a:ea typeface="SUIT"/>
                <a:cs typeface="SUIT"/>
              </a:defRPr>
            </a:pPr>
            <a:r>
              <a:rPr sz="1425" b="0">
                <a:solidFill>
                  <a:srgbClr val="92B6D2"/>
                </a:solidFill>
                <a:latin typeface="SUIT"/>
                <a:ea typeface="SUIT"/>
                <a:cs typeface="SUIT"/>
              </a:rPr>
              <a:t>06</a:t>
            </a:r>
          </a:p>
        </p:txBody>
      </p:sp>
      <p:sp>
        <p:nvSpPr>
          <p:cNvPr id="3" name="">
            <a:extLst xmlns:a="http://schemas.openxmlformats.org/drawingml/2006/main">
              <a:ext uri="{FF2B5EF4-FFF2-40B4-BE49-F238E27FC236}">
                <a16:creationId xmlns:a16="http://schemas.microsoft.com/office/drawing/2014/main" id="{166BB931-443C-4E29-8EA7-B15E70A3244C}"/>
              </a:ext>
            </a:extLst>
          </p:cNvPr>
          <p:cNvSpPr>
            <a:spLocks xmlns:a="http://schemas.openxmlformats.org/drawingml/2006/main" noGrp="1"/>
          </p:cNvSpPr>
          <p:nvPr/>
        </p:nvSpPr>
        <p:spPr>
          <a:xfrm xmlns:a="http://schemas.openxmlformats.org/drawingml/2006/main">
            <a:off x="571500" y="476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FFFFFF"/>
                </a:solidFill>
                <a:latin typeface="SUIT"/>
                <a:ea typeface="SUIT"/>
                <a:cs typeface="SUIT"/>
              </a:defRPr>
            </a:defPPr>
          </a:lstStyle>
          <a:p xmlns:a="http://schemas.openxmlformats.org/drawingml/2006/main">
            <a:pPr>
              <a:defRPr sz="3525" b="1">
                <a:solidFill>
                  <a:srgbClr val="FFFFFF"/>
                </a:solidFill>
                <a:latin typeface="SUIT"/>
                <a:ea typeface="SUIT"/>
                <a:cs typeface="SUIT"/>
              </a:defRPr>
            </a:pPr>
            <a:r>
              <a:rPr sz="3525" b="1">
                <a:solidFill>
                  <a:srgbClr val="FFFFFF"/>
                </a:solidFill>
                <a:latin typeface="SUIT"/>
                <a:ea typeface="SUIT"/>
                <a:cs typeface="SUIT"/>
              </a:rPr>
              <a:t>강사 구독 모델</a:t>
            </a:r>
          </a:p>
        </p:txBody>
      </p:sp>
      <p:sp>
        <p:nvSpPr>
          <p:cNvPr id="4" name="">
            <a:extLst xmlns:a="http://schemas.openxmlformats.org/drawingml/2006/main">
              <a:ext uri="{FF2B5EF4-FFF2-40B4-BE49-F238E27FC236}">
                <a16:creationId xmlns:a16="http://schemas.microsoft.com/office/drawing/2014/main" id="{4BCB87F3-CE13-49BB-8FA0-7DFD4535E1BE}"/>
              </a:ext>
            </a:extLst>
          </p:cNvPr>
          <p:cNvSpPr>
            <a:spLocks xmlns:a="http://schemas.openxmlformats.org/drawingml/2006/main" noGrp="1"/>
          </p:cNvSpPr>
          <p:nvPr/>
        </p:nvSpPr>
        <p:spPr>
          <a:xfrm xmlns:a="http://schemas.openxmlformats.org/drawingml/2006/main">
            <a:off x="619125" y="2047875"/>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32C4E9"/>
                </a:solidFill>
                <a:latin typeface="SUIT"/>
                <a:ea typeface="SUIT"/>
                <a:cs typeface="SUIT"/>
              </a:defRPr>
            </a:defPPr>
          </a:lstStyle>
          <a:p xmlns:a="http://schemas.openxmlformats.org/drawingml/2006/main">
            <a:pPr>
              <a:defRPr sz="3150" b="1">
                <a:solidFill>
                  <a:srgbClr val="32C4E9"/>
                </a:solidFill>
                <a:latin typeface="SUIT"/>
                <a:ea typeface="SUIT"/>
                <a:cs typeface="SUIT"/>
              </a:defRPr>
            </a:pPr>
            <a:r>
              <a:rPr sz="3150" b="1">
                <a:solidFill>
                  <a:srgbClr val="32C4E9"/>
                </a:solidFill>
                <a:latin typeface="SUIT"/>
                <a:ea typeface="SUIT"/>
                <a:cs typeface="SUIT"/>
              </a:rPr>
              <a:t>월</a:t>
            </a:r>
          </a:p>
        </p:txBody>
      </p:sp>
      <p:sp>
        <p:nvSpPr>
          <p:cNvPr id="5" name="">
            <a:extLst xmlns:a="http://schemas.openxmlformats.org/drawingml/2006/main">
              <a:ext uri="{FF2B5EF4-FFF2-40B4-BE49-F238E27FC236}">
                <a16:creationId xmlns:a16="http://schemas.microsoft.com/office/drawing/2014/main" id="{6DC20003-3989-4C48-86B5-DEBBA1084996}"/>
              </a:ext>
            </a:extLst>
          </p:cNvPr>
          <p:cNvSpPr>
            <a:spLocks xmlns:a="http://schemas.openxmlformats.org/drawingml/2006/main" noGrp="1"/>
          </p:cNvSpPr>
          <p:nvPr/>
        </p:nvSpPr>
        <p:spPr>
          <a:xfrm xmlns:a="http://schemas.openxmlformats.org/drawingml/2006/main">
            <a:off x="1571625" y="1619250"/>
            <a:ext cx="6000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350" b="1">
                <a:solidFill>
                  <a:srgbClr val="FFFFFF"/>
                </a:solidFill>
                <a:latin typeface="SUIT"/>
                <a:ea typeface="SUIT"/>
                <a:cs typeface="SUIT"/>
              </a:defRPr>
            </a:defPPr>
          </a:lstStyle>
          <a:p xmlns:a="http://schemas.openxmlformats.org/drawingml/2006/main">
            <a:pPr>
              <a:defRPr sz="10350" b="1">
                <a:solidFill>
                  <a:srgbClr val="FFFFFF"/>
                </a:solidFill>
                <a:latin typeface="SUIT"/>
                <a:ea typeface="SUIT"/>
                <a:cs typeface="SUIT"/>
              </a:defRPr>
            </a:pPr>
            <a:r>
              <a:rPr sz="10350" b="1">
                <a:solidFill>
                  <a:srgbClr val="FFFFFF"/>
                </a:solidFill>
                <a:latin typeface="SUIT"/>
                <a:ea typeface="SUIT"/>
                <a:cs typeface="SUIT"/>
              </a:rPr>
              <a:t>3,900</a:t>
            </a:r>
          </a:p>
        </p:txBody>
      </p:sp>
      <p:sp>
        <p:nvSpPr>
          <p:cNvPr id="6" name="">
            <a:extLst xmlns:a="http://schemas.openxmlformats.org/drawingml/2006/main">
              <a:ext uri="{FF2B5EF4-FFF2-40B4-BE49-F238E27FC236}">
                <a16:creationId xmlns:a16="http://schemas.microsoft.com/office/drawing/2014/main" id="{CA01A3D1-070A-490B-AD84-F3450FC0A44F}"/>
              </a:ext>
            </a:extLst>
          </p:cNvPr>
          <p:cNvSpPr>
            <a:spLocks xmlns:a="http://schemas.openxmlformats.org/drawingml/2006/main" noGrp="1"/>
          </p:cNvSpPr>
          <p:nvPr/>
        </p:nvSpPr>
        <p:spPr>
          <a:xfrm xmlns:a="http://schemas.openxmlformats.org/drawingml/2006/main">
            <a:off x="7096125" y="2238375"/>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0">
                <a:solidFill>
                  <a:srgbClr val="FFFFFF"/>
                </a:solidFill>
                <a:latin typeface="SUIT"/>
                <a:ea typeface="SUIT"/>
                <a:cs typeface="SUIT"/>
              </a:defRPr>
            </a:defPPr>
          </a:lstStyle>
          <a:p xmlns:a="http://schemas.openxmlformats.org/drawingml/2006/main">
            <a:pPr>
              <a:defRPr sz="3225" b="0">
                <a:solidFill>
                  <a:srgbClr val="FFFFFF"/>
                </a:solidFill>
                <a:latin typeface="SUIT"/>
                <a:ea typeface="SUIT"/>
                <a:cs typeface="SUIT"/>
              </a:defRPr>
            </a:pPr>
            <a:r>
              <a:rPr sz="3225" b="0">
                <a:solidFill>
                  <a:srgbClr val="FFFFFF"/>
                </a:solidFill>
                <a:latin typeface="SUIT"/>
                <a:ea typeface="SUIT"/>
                <a:cs typeface="SUIT"/>
              </a:rPr>
              <a:t>원</a:t>
            </a:r>
          </a:p>
        </p:txBody>
      </p:sp>
      <p:sp>
        <p:nvSpPr>
          <p:cNvPr id="7" name="">
            <a:extLst xmlns:a="http://schemas.openxmlformats.org/drawingml/2006/main">
              <a:ext uri="{FF2B5EF4-FFF2-40B4-BE49-F238E27FC236}">
                <a16:creationId xmlns:a16="http://schemas.microsoft.com/office/drawing/2014/main" id="{79E23549-B70F-4963-9ECC-2B76599E90F0}"/>
              </a:ext>
            </a:extLst>
          </p:cNvPr>
          <p:cNvSpPr>
            <a:spLocks xmlns:a="http://schemas.openxmlformats.org/drawingml/2006/main" noGrp="1"/>
          </p:cNvSpPr>
          <p:nvPr/>
        </p:nvSpPr>
        <p:spPr>
          <a:xfrm xmlns:a="http://schemas.openxmlformats.org/drawingml/2006/main">
            <a:off x="714375" y="3619500"/>
            <a:ext cx="6572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1">
                <a:solidFill>
                  <a:srgbClr val="32C4E9"/>
                </a:solidFill>
                <a:latin typeface="SUIT"/>
                <a:ea typeface="SUIT"/>
                <a:cs typeface="SUIT"/>
              </a:defRPr>
            </a:defPPr>
          </a:lstStyle>
          <a:p xmlns:a="http://schemas.openxmlformats.org/drawingml/2006/main">
            <a:pPr>
              <a:defRPr sz="3375" b="1">
                <a:solidFill>
                  <a:srgbClr val="32C4E9"/>
                </a:solidFill>
                <a:latin typeface="SUIT"/>
                <a:ea typeface="SUIT"/>
                <a:cs typeface="SUIT"/>
              </a:defRPr>
            </a:pPr>
            <a:r>
              <a:rPr sz="3375" b="1">
                <a:solidFill>
                  <a:srgbClr val="32C4E9"/>
                </a:solidFill>
                <a:latin typeface="SUIT"/>
                <a:ea typeface="SUIT"/>
                <a:cs typeface="SUIT"/>
              </a:rPr>
              <a:t>최초 3개월 무료</a:t>
            </a:r>
          </a:p>
        </p:txBody>
      </p:sp>
      <p:sp>
        <p:nvSpPr>
          <p:cNvPr id="8" name="">
            <a:extLst xmlns:a="http://schemas.openxmlformats.org/drawingml/2006/main">
              <a:ext uri="{FF2B5EF4-FFF2-40B4-BE49-F238E27FC236}">
                <a16:creationId xmlns:a16="http://schemas.microsoft.com/office/drawing/2014/main" id="{35B95782-B5B5-4A3B-BFC5-8B2E739E1537}"/>
              </a:ext>
            </a:extLst>
          </p:cNvPr>
          <p:cNvSpPr>
            <a:spLocks xmlns:a="http://schemas.openxmlformats.org/drawingml/2006/main" noGrp="1"/>
          </p:cNvSpPr>
          <p:nvPr/>
        </p:nvSpPr>
        <p:spPr>
          <a:xfrm xmlns:a="http://schemas.openxmlformats.org/drawingml/2006/main">
            <a:off x="742950" y="45339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9D3E7"/>
                </a:solidFill>
                <a:latin typeface="SUIT"/>
                <a:ea typeface="SUIT"/>
                <a:cs typeface="SUIT"/>
              </a:defRPr>
            </a:defPPr>
          </a:lstStyle>
          <a:p xmlns:a="http://schemas.openxmlformats.org/drawingml/2006/main">
            <a:pPr>
              <a:defRPr sz="1875" b="0">
                <a:solidFill>
                  <a:srgbClr val="B9D3E7"/>
                </a:solidFill>
                <a:latin typeface="SUIT"/>
                <a:ea typeface="SUIT"/>
                <a:cs typeface="SUIT"/>
              </a:defRPr>
            </a:pPr>
            <a:r>
              <a:rPr sz="1875" b="0">
                <a:solidFill>
                  <a:srgbClr val="B9D3E7"/>
                </a:solidFill>
                <a:latin typeface="SUIT"/>
                <a:ea typeface="SUIT"/>
                <a:cs typeface="SUIT"/>
              </a:rPr>
              <a:t>출시 후 적용할 가격 계획</a:t>
            </a:r>
          </a:p>
        </p:txBody>
      </p:sp>
      <p:sp>
        <p:nvSpPr>
          <p:cNvPr id="9" name="">
            <a:extLst xmlns:a="http://schemas.openxmlformats.org/drawingml/2006/main">
              <a:ext uri="{FF2B5EF4-FFF2-40B4-BE49-F238E27FC236}">
                <a16:creationId xmlns:a16="http://schemas.microsoft.com/office/drawing/2014/main" id="{714662A5-3914-41AE-8B64-567DBB1468F5}"/>
              </a:ext>
            </a:extLst>
          </p:cNvPr>
          <p:cNvSpPr>
            <a:spLocks xmlns:a="http://schemas.openxmlformats.org/drawingml/2006/main" noGrp="1"/>
          </p:cNvSpPr>
          <p:nvPr/>
        </p:nvSpPr>
        <p:spPr>
          <a:xfrm xmlns:a="http://schemas.openxmlformats.org/drawingml/2006/main">
            <a:off x="8810625" y="18097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2C4E9"/>
                </a:solidFill>
                <a:latin typeface="SUIT"/>
                <a:ea typeface="SUIT"/>
                <a:cs typeface="SUIT"/>
              </a:defRPr>
            </a:defPPr>
          </a:lstStyle>
          <a:p xmlns:a="http://schemas.openxmlformats.org/drawingml/2006/main">
            <a:pPr>
              <a:defRPr sz="1800" b="0">
                <a:solidFill>
                  <a:srgbClr val="32C4E9"/>
                </a:solidFill>
                <a:latin typeface="SUIT"/>
                <a:ea typeface="SUIT"/>
                <a:cs typeface="SUIT"/>
              </a:defRPr>
            </a:pPr>
            <a:r>
              <a:rPr sz="1800" b="0">
                <a:solidFill>
                  <a:srgbClr val="32C4E9"/>
                </a:solidFill>
                <a:latin typeface="SUIT"/>
                <a:ea typeface="SUIT"/>
                <a:cs typeface="SUIT"/>
              </a:rPr>
              <a:t>초기 고객</a:t>
            </a:r>
          </a:p>
        </p:txBody>
      </p:sp>
      <p:sp>
        <p:nvSpPr>
          <p:cNvPr id="10" name="">
            <a:extLst xmlns:a="http://schemas.openxmlformats.org/drawingml/2006/main">
              <a:ext uri="{FF2B5EF4-FFF2-40B4-BE49-F238E27FC236}">
                <a16:creationId xmlns:a16="http://schemas.microsoft.com/office/drawing/2014/main" id="{8041A3D3-8388-41C5-A676-6FA0358C5090}"/>
              </a:ext>
            </a:extLst>
          </p:cNvPr>
          <p:cNvSpPr>
            <a:spLocks xmlns:a="http://schemas.openxmlformats.org/drawingml/2006/main" noGrp="1"/>
          </p:cNvSpPr>
          <p:nvPr/>
        </p:nvSpPr>
        <p:spPr>
          <a:xfrm xmlns:a="http://schemas.openxmlformats.org/drawingml/2006/main">
            <a:off x="8810625" y="2352675"/>
            <a:ext cx="285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FFFFFF"/>
                </a:solidFill>
                <a:latin typeface="SUIT"/>
                <a:ea typeface="SUIT"/>
                <a:cs typeface="SUIT"/>
              </a:defRPr>
            </a:defPPr>
          </a:lstStyle>
          <a:p xmlns:a="http://schemas.openxmlformats.org/drawingml/2006/main">
            <a:pPr>
              <a:defRPr sz="2550" b="1">
                <a:solidFill>
                  <a:srgbClr val="FFFFFF"/>
                </a:solidFill>
                <a:latin typeface="SUIT"/>
                <a:ea typeface="SUIT"/>
                <a:cs typeface="SUIT"/>
              </a:defRPr>
            </a:pPr>
            <a:r>
              <a:rPr sz="2550" b="1">
                <a:solidFill>
                  <a:srgbClr val="FFFFFF"/>
                </a:solidFill>
                <a:latin typeface="SUIT"/>
                <a:ea typeface="SUIT"/>
                <a:cs typeface="SUIT"/>
              </a:rPr>
              <a:t>프리다이빙</a:t>
            </a:r>
          </a:p>
          <a:p xmlns:a="http://schemas.openxmlformats.org/drawingml/2006/main">
            <a:pPr>
              <a:defRPr sz="2550" b="1">
                <a:solidFill>
                  <a:srgbClr val="FFFFFF"/>
                </a:solidFill>
                <a:latin typeface="SUIT"/>
                <a:ea typeface="SUIT"/>
                <a:cs typeface="SUIT"/>
              </a:defRPr>
            </a:pPr>
            <a:r>
              <a:rPr sz="2550" b="1">
                <a:solidFill>
                  <a:srgbClr val="FFFFFF"/>
                </a:solidFill>
                <a:latin typeface="SUIT"/>
                <a:ea typeface="SUIT"/>
                <a:cs typeface="SUIT"/>
              </a:rPr>
              <a:t>강사와 교육생</a:t>
            </a:r>
          </a:p>
        </p:txBody>
      </p:sp>
      <p:sp>
        <p:nvSpPr>
          <p:cNvPr id="11" name="">
            <a:extLst xmlns:a="http://schemas.openxmlformats.org/drawingml/2006/main">
              <a:ext uri="{FF2B5EF4-FFF2-40B4-BE49-F238E27FC236}">
                <a16:creationId xmlns:a16="http://schemas.microsoft.com/office/drawing/2014/main" id="{6DCABED2-D5DE-4D77-8473-3A34494968E1}"/>
              </a:ext>
            </a:extLst>
          </p:cNvPr>
          <p:cNvSpPr>
            <a:spLocks xmlns:a="http://schemas.openxmlformats.org/drawingml/2006/main" noGrp="1"/>
          </p:cNvSpPr>
          <p:nvPr/>
        </p:nvSpPr>
        <p:spPr>
          <a:xfrm xmlns:a="http://schemas.openxmlformats.org/drawingml/2006/main">
            <a:off x="8810625" y="4048125"/>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32C4E9"/>
                </a:solidFill>
                <a:latin typeface="SUIT"/>
                <a:ea typeface="SUIT"/>
                <a:cs typeface="SUIT"/>
              </a:defRPr>
            </a:defPPr>
          </a:lstStyle>
          <a:p xmlns:a="http://schemas.openxmlformats.org/drawingml/2006/main">
            <a:pPr>
              <a:defRPr sz="1800" b="0">
                <a:solidFill>
                  <a:srgbClr val="32C4E9"/>
                </a:solidFill>
                <a:latin typeface="SUIT"/>
                <a:ea typeface="SUIT"/>
                <a:cs typeface="SUIT"/>
              </a:defRPr>
            </a:pPr>
            <a:r>
              <a:rPr sz="1800" b="0">
                <a:solidFill>
                  <a:srgbClr val="32C4E9"/>
                </a:solidFill>
                <a:latin typeface="SUIT"/>
                <a:ea typeface="SUIT"/>
                <a:cs typeface="SUIT"/>
              </a:rPr>
              <a:t>홍보·의견 수집</a:t>
            </a:r>
          </a:p>
        </p:txBody>
      </p:sp>
      <p:sp>
        <p:nvSpPr>
          <p:cNvPr id="12" name="">
            <a:extLst xmlns:a="http://schemas.openxmlformats.org/drawingml/2006/main">
              <a:ext uri="{FF2B5EF4-FFF2-40B4-BE49-F238E27FC236}">
                <a16:creationId xmlns:a16="http://schemas.microsoft.com/office/drawing/2014/main" id="{5EEFB30E-F210-4577-AA50-EE244427483A}"/>
              </a:ext>
            </a:extLst>
          </p:cNvPr>
          <p:cNvSpPr>
            <a:spLocks xmlns:a="http://schemas.openxmlformats.org/drawingml/2006/main" noGrp="1"/>
          </p:cNvSpPr>
          <p:nvPr/>
        </p:nvSpPr>
        <p:spPr>
          <a:xfrm xmlns:a="http://schemas.openxmlformats.org/drawingml/2006/main">
            <a:off x="8810625" y="4591050"/>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FFFFF"/>
                </a:solidFill>
                <a:latin typeface="SUIT"/>
                <a:ea typeface="SUIT"/>
                <a:cs typeface="SUIT"/>
              </a:defRPr>
            </a:defPPr>
          </a:lstStyle>
          <a:p xmlns:a="http://schemas.openxmlformats.org/drawingml/2006/main">
            <a:pPr>
              <a:defRPr sz="2400" b="1">
                <a:solidFill>
                  <a:srgbClr val="FFFFFF"/>
                </a:solidFill>
                <a:latin typeface="SUIT"/>
                <a:ea typeface="SUIT"/>
                <a:cs typeface="SUIT"/>
              </a:defRPr>
            </a:pPr>
            <a:r>
              <a:rPr sz="2400" b="1">
                <a:solidFill>
                  <a:srgbClr val="FFFFFF"/>
                </a:solidFill>
                <a:latin typeface="SUIT"/>
                <a:ea typeface="SUIT"/>
                <a:cs typeface="SUIT"/>
              </a:rPr>
              <a:t>먹보야 놀자</a:t>
            </a:r>
          </a:p>
          <a:p xmlns:a="http://schemas.openxmlformats.org/drawingml/2006/main">
            <a:pPr>
              <a:defRPr sz="2400" b="1">
                <a:solidFill>
                  <a:srgbClr val="FFFFFF"/>
                </a:solidFill>
                <a:latin typeface="SUIT"/>
                <a:ea typeface="SUIT"/>
                <a:cs typeface="SUIT"/>
              </a:defRPr>
            </a:pPr>
            <a:r>
              <a:rPr sz="2400" b="1">
                <a:solidFill>
                  <a:srgbClr val="FFFFFF"/>
                </a:solidFill>
                <a:latin typeface="SUIT"/>
                <a:ea typeface="SUIT"/>
                <a:cs typeface="SUIT"/>
              </a:rPr>
              <a:t>협업 채널 활용</a:t>
            </a:r>
          </a:p>
        </p:txBody>
      </p:sp>
    </p:spTree>
    <p:extLst>
      <p:ext uri="{BB962C8B-B14F-4D97-AF65-F5344CB8AC3E}">
        <p14:creationId xmlns:p14="http://schemas.microsoft.com/office/powerpoint/2010/main" val="1217552647"/>
      </p:ext>
    </p:extLst>
  </p:cSld>
</p:sld>
</file>

<file path=ppt/slides/slide7.xml><?xml version="1.0" encoding="utf-8"?>
<p:sld xmlns:p="http://schemas.openxmlformats.org/presentationml/2006/main">
  <p:cSld>
    <p:bg>
      <p:bgPr>
        <a:solidFill xmlns:a="http://schemas.openxmlformats.org/drawingml/2006/main">
          <a:srgbClr val="EBF2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79DA063-BDA2-41FE-82F3-928F92255E44}"/>
              </a:ext>
            </a:extLst>
          </p:cNvPr>
          <p:cNvSpPr>
            <a:spLocks xmlns:a="http://schemas.openxmlformats.org/drawingml/2006/main" noGrp="1"/>
          </p:cNvSpPr>
          <p:nvPr/>
        </p:nvSpPr>
        <p:spPr>
          <a:xfrm xmlns:a="http://schemas.openxmlformats.org/drawingml/2006/main">
            <a:off x="571500" y="63341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597084"/>
                </a:solidFill>
                <a:latin typeface="SUIT"/>
                <a:ea typeface="SUIT"/>
                <a:cs typeface="SUIT"/>
              </a:defRPr>
            </a:defPPr>
          </a:lstStyle>
          <a:p xmlns:a="http://schemas.openxmlformats.org/drawingml/2006/main">
            <a:pPr>
              <a:defRPr sz="1200" b="1">
                <a:solidFill>
                  <a:srgbClr val="597084"/>
                </a:solidFill>
                <a:latin typeface="SUIT"/>
                <a:ea typeface="SUIT"/>
                <a:cs typeface="SUIT"/>
              </a:defRPr>
            </a:pPr>
            <a:r>
              <a:rPr sz="1200" b="1">
                <a:solidFill>
                  <a:srgbClr val="597084"/>
                </a:solidFill>
                <a:latin typeface="SUIT"/>
                <a:ea typeface="SUIT"/>
                <a:cs typeface="SUIT"/>
              </a:rPr>
              <a:t>ALLBLUE</a:t>
            </a:r>
          </a:p>
        </p:txBody>
      </p:sp>
      <p:sp>
        <p:nvSpPr>
          <p:cNvPr id="2" name="">
            <a:extLst xmlns:a="http://schemas.openxmlformats.org/drawingml/2006/main">
              <a:ext uri="{FF2B5EF4-FFF2-40B4-BE49-F238E27FC236}">
                <a16:creationId xmlns:a16="http://schemas.microsoft.com/office/drawing/2014/main" id="{5566D563-13C6-4931-AB5E-9D361401BE18}"/>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97084"/>
                </a:solidFill>
                <a:latin typeface="SUIT"/>
                <a:ea typeface="SUIT"/>
                <a:cs typeface="SUIT"/>
              </a:defRPr>
            </a:defPPr>
          </a:lstStyle>
          <a:p xmlns:a="http://schemas.openxmlformats.org/drawingml/2006/main">
            <a:pPr>
              <a:defRPr sz="1425" b="0">
                <a:solidFill>
                  <a:srgbClr val="597084"/>
                </a:solidFill>
                <a:latin typeface="SUIT"/>
                <a:ea typeface="SUIT"/>
                <a:cs typeface="SUIT"/>
              </a:defRPr>
            </a:pPr>
            <a:r>
              <a:rPr sz="1425" b="0">
                <a:solidFill>
                  <a:srgbClr val="597084"/>
                </a:solidFill>
                <a:latin typeface="SUIT"/>
                <a:ea typeface="SUIT"/>
                <a:cs typeface="SUIT"/>
              </a:rPr>
              <a:t>07</a:t>
            </a:r>
          </a:p>
        </p:txBody>
      </p:sp>
      <p:sp>
        <p:nvSpPr>
          <p:cNvPr id="3" name="">
            <a:extLst xmlns:a="http://schemas.openxmlformats.org/drawingml/2006/main">
              <a:ext uri="{FF2B5EF4-FFF2-40B4-BE49-F238E27FC236}">
                <a16:creationId xmlns:a16="http://schemas.microsoft.com/office/drawing/2014/main" id="{C01FC881-7F2C-4D24-87F6-4E174735D37E}"/>
              </a:ext>
            </a:extLst>
          </p:cNvPr>
          <p:cNvSpPr>
            <a:spLocks xmlns:a="http://schemas.openxmlformats.org/drawingml/2006/main" noGrp="1"/>
          </p:cNvSpPr>
          <p:nvPr/>
        </p:nvSpPr>
        <p:spPr>
          <a:xfrm xmlns:a="http://schemas.openxmlformats.org/drawingml/2006/main">
            <a:off x="571500" y="4286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102E4C"/>
                </a:solidFill>
                <a:latin typeface="SUIT"/>
                <a:ea typeface="SUIT"/>
                <a:cs typeface="SUIT"/>
              </a:defRPr>
            </a:defPPr>
          </a:lstStyle>
          <a:p xmlns:a="http://schemas.openxmlformats.org/drawingml/2006/main">
            <a:pPr>
              <a:defRPr sz="3525" b="1">
                <a:solidFill>
                  <a:srgbClr val="102E4C"/>
                </a:solidFill>
                <a:latin typeface="SUIT"/>
                <a:ea typeface="SUIT"/>
                <a:cs typeface="SUIT"/>
              </a:defRPr>
            </a:pPr>
            <a:r>
              <a:rPr sz="3525" b="1">
                <a:solidFill>
                  <a:srgbClr val="102E4C"/>
                </a:solidFill>
                <a:latin typeface="SUIT"/>
                <a:ea typeface="SUIT"/>
                <a:cs typeface="SUIT"/>
              </a:rPr>
              <a:t>출시와 현장 검증 계획</a:t>
            </a:r>
          </a:p>
        </p:txBody>
      </p:sp>
      <p:sp>
        <p:nvSpPr>
          <p:cNvPr id="4" name="">
            <a:extLst xmlns:a="http://schemas.openxmlformats.org/drawingml/2006/main">
              <a:ext uri="{FF2B5EF4-FFF2-40B4-BE49-F238E27FC236}">
                <a16:creationId xmlns:a16="http://schemas.microsoft.com/office/drawing/2014/main" id="{49F585A5-6A29-4FAE-B88F-37119808F18A}"/>
              </a:ext>
            </a:extLst>
          </p:cNvPr>
          <p:cNvSpPr>
            <a:spLocks xmlns:a="http://schemas.openxmlformats.org/drawingml/2006/main" noGrp="1"/>
          </p:cNvSpPr>
          <p:nvPr/>
        </p:nvSpPr>
        <p:spPr>
          <a:xfrm xmlns:a="http://schemas.openxmlformats.org/drawingml/2006/main">
            <a:off x="619125" y="1524000"/>
            <a:ext cx="476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0">
                <a:solidFill>
                  <a:srgbClr val="597084"/>
                </a:solidFill>
                <a:latin typeface="SUIT"/>
                <a:ea typeface="SUIT"/>
                <a:cs typeface="SUIT"/>
              </a:defRPr>
            </a:defPPr>
          </a:lstStyle>
          <a:p xmlns:a="http://schemas.openxmlformats.org/drawingml/2006/main">
            <a:pPr>
              <a:defRPr sz="3150" b="0">
                <a:solidFill>
                  <a:srgbClr val="597084"/>
                </a:solidFill>
                <a:latin typeface="SUIT"/>
                <a:ea typeface="SUIT"/>
                <a:cs typeface="SUIT"/>
              </a:defRPr>
            </a:pPr>
            <a:r>
              <a:rPr sz="3150" b="0">
                <a:solidFill>
                  <a:srgbClr val="597084"/>
                </a:solidFill>
                <a:latin typeface="SUIT"/>
                <a:ea typeface="SUIT"/>
                <a:cs typeface="SUIT"/>
              </a:rPr>
              <a:t>2026</a:t>
            </a:r>
          </a:p>
        </p:txBody>
      </p:sp>
      <p:sp>
        <p:nvSpPr>
          <p:cNvPr id="5" name="">
            <a:extLst xmlns:a="http://schemas.openxmlformats.org/drawingml/2006/main">
              <a:ext uri="{FF2B5EF4-FFF2-40B4-BE49-F238E27FC236}">
                <a16:creationId xmlns:a16="http://schemas.microsoft.com/office/drawing/2014/main" id="{34E5F83C-09C5-42A8-9C84-478164B119F0}"/>
              </a:ext>
            </a:extLst>
          </p:cNvPr>
          <p:cNvSpPr>
            <a:spLocks xmlns:a="http://schemas.openxmlformats.org/drawingml/2006/main" noGrp="1"/>
          </p:cNvSpPr>
          <p:nvPr/>
        </p:nvSpPr>
        <p:spPr>
          <a:xfrm xmlns:a="http://schemas.openxmlformats.org/drawingml/2006/main">
            <a:off x="571500" y="2095500"/>
            <a:ext cx="5524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750" b="1">
                <a:solidFill>
                  <a:srgbClr val="174778"/>
                </a:solidFill>
                <a:latin typeface="SUIT"/>
                <a:ea typeface="SUIT"/>
                <a:cs typeface="SUIT"/>
              </a:defRPr>
            </a:defPPr>
          </a:lstStyle>
          <a:p xmlns:a="http://schemas.openxmlformats.org/drawingml/2006/main">
            <a:pPr>
              <a:defRPr sz="9750" b="1">
                <a:solidFill>
                  <a:srgbClr val="174778"/>
                </a:solidFill>
                <a:latin typeface="SUIT"/>
                <a:ea typeface="SUIT"/>
                <a:cs typeface="SUIT"/>
              </a:defRPr>
            </a:pPr>
            <a:r>
              <a:rPr sz="9750" b="1">
                <a:solidFill>
                  <a:srgbClr val="174778"/>
                </a:solidFill>
                <a:latin typeface="SUIT"/>
                <a:ea typeface="SUIT"/>
                <a:cs typeface="SUIT"/>
              </a:rPr>
              <a:t>10월</a:t>
            </a:r>
          </a:p>
        </p:txBody>
      </p:sp>
      <p:sp>
        <p:nvSpPr>
          <p:cNvPr id="6" name="">
            <a:extLst xmlns:a="http://schemas.openxmlformats.org/drawingml/2006/main">
              <a:ext uri="{FF2B5EF4-FFF2-40B4-BE49-F238E27FC236}">
                <a16:creationId xmlns:a16="http://schemas.microsoft.com/office/drawing/2014/main" id="{5774DD39-99D0-48B7-9C53-F3DEBAE5957F}"/>
              </a:ext>
            </a:extLst>
          </p:cNvPr>
          <p:cNvSpPr>
            <a:spLocks xmlns:a="http://schemas.openxmlformats.org/drawingml/2006/main" noGrp="1"/>
          </p:cNvSpPr>
          <p:nvPr/>
        </p:nvSpPr>
        <p:spPr>
          <a:xfrm xmlns:a="http://schemas.openxmlformats.org/drawingml/2006/main">
            <a:off x="666750" y="3905250"/>
            <a:ext cx="5524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02E4C"/>
                </a:solidFill>
                <a:latin typeface="SUIT"/>
                <a:ea typeface="SUIT"/>
                <a:cs typeface="SUIT"/>
              </a:defRPr>
            </a:defPPr>
          </a:lstStyle>
          <a:p xmlns:a="http://schemas.openxmlformats.org/drawingml/2006/main">
            <a:pPr>
              <a:defRPr sz="3000" b="1">
                <a:solidFill>
                  <a:srgbClr val="102E4C"/>
                </a:solidFill>
                <a:latin typeface="SUIT"/>
                <a:ea typeface="SUIT"/>
                <a:cs typeface="SUIT"/>
              </a:defRPr>
            </a:pPr>
            <a:r>
              <a:rPr sz="3000" b="1">
                <a:solidFill>
                  <a:srgbClr val="102E4C"/>
                </a:solidFill>
                <a:latin typeface="SUIT"/>
                <a:ea typeface="SUIT"/>
                <a:cs typeface="SUIT"/>
              </a:rPr>
              <a:t>정식 출시 예정</a:t>
            </a:r>
          </a:p>
        </p:txBody>
      </p:sp>
      <p:sp>
        <p:nvSpPr>
          <p:cNvPr id="7" name="">
            <a:extLst xmlns:a="http://schemas.openxmlformats.org/drawingml/2006/main">
              <a:ext uri="{FF2B5EF4-FFF2-40B4-BE49-F238E27FC236}">
                <a16:creationId xmlns:a16="http://schemas.microsoft.com/office/drawing/2014/main" id="{CFE28C9D-8E3D-49B2-9D33-970D87E8D307}"/>
              </a:ext>
            </a:extLst>
          </p:cNvPr>
          <p:cNvSpPr>
            <a:spLocks xmlns:a="http://schemas.openxmlformats.org/drawingml/2006/main" noGrp="1"/>
          </p:cNvSpPr>
          <p:nvPr/>
        </p:nvSpPr>
        <p:spPr>
          <a:xfrm xmlns:a="http://schemas.openxmlformats.org/drawingml/2006/main">
            <a:off x="704850" y="47148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97084"/>
                </a:solidFill>
                <a:latin typeface="SUIT"/>
                <a:ea typeface="SUIT"/>
                <a:cs typeface="SUIT"/>
              </a:defRPr>
            </a:defPPr>
          </a:lstStyle>
          <a:p xmlns:a="http://schemas.openxmlformats.org/drawingml/2006/main">
            <a:pPr>
              <a:defRPr sz="1800" b="0">
                <a:solidFill>
                  <a:srgbClr val="597084"/>
                </a:solidFill>
                <a:latin typeface="SUIT"/>
                <a:ea typeface="SUIT"/>
                <a:cs typeface="SUIT"/>
              </a:defRPr>
            </a:pPr>
            <a:r>
              <a:rPr sz="1800" b="0">
                <a:solidFill>
                  <a:srgbClr val="597084"/>
                </a:solidFill>
                <a:latin typeface="SUIT"/>
                <a:ea typeface="SUIT"/>
                <a:cs typeface="SUIT"/>
              </a:rPr>
              <a:t>현재 정식 출시 전</a:t>
            </a:r>
          </a:p>
        </p:txBody>
      </p:sp>
      <p:sp>
        <p:nvSpPr>
          <p:cNvPr id="8" name="">
            <a:extLst xmlns:a="http://schemas.openxmlformats.org/drawingml/2006/main">
              <a:ext uri="{FF2B5EF4-FFF2-40B4-BE49-F238E27FC236}">
                <a16:creationId xmlns:a16="http://schemas.microsoft.com/office/drawing/2014/main" id="{4D12D0B3-39D0-4371-AD38-EE8C6EDB639D}"/>
              </a:ext>
            </a:extLst>
          </p:cNvPr>
          <p:cNvSpPr>
            <a:spLocks xmlns:a="http://schemas.openxmlformats.org/drawingml/2006/main" noGrp="1"/>
          </p:cNvSpPr>
          <p:nvPr/>
        </p:nvSpPr>
        <p:spPr>
          <a:xfrm xmlns:a="http://schemas.openxmlformats.org/drawingml/2006/main">
            <a:off x="6667500" y="16192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4778"/>
                </a:solidFill>
                <a:latin typeface="SUIT"/>
                <a:ea typeface="SUIT"/>
                <a:cs typeface="SUIT"/>
              </a:defRPr>
            </a:defPPr>
          </a:lstStyle>
          <a:p xmlns:a="http://schemas.openxmlformats.org/drawingml/2006/main">
            <a:pPr>
              <a:defRPr sz="2400" b="1">
                <a:solidFill>
                  <a:srgbClr val="174778"/>
                </a:solidFill>
                <a:latin typeface="SUIT"/>
                <a:ea typeface="SUIT"/>
                <a:cs typeface="SUIT"/>
              </a:defRPr>
            </a:pPr>
            <a:r>
              <a:rPr sz="2400" b="1">
                <a:solidFill>
                  <a:srgbClr val="174778"/>
                </a:solidFill>
                <a:latin typeface="SUIT"/>
                <a:ea typeface="SUIT"/>
                <a:cs typeface="SUIT"/>
              </a:rPr>
              <a:t>출시 후 확인할 것</a:t>
            </a:r>
          </a:p>
        </p:txBody>
      </p:sp>
      <p:sp>
        <p:nvSpPr>
          <p:cNvPr id="9" name="">
            <a:extLst xmlns:a="http://schemas.openxmlformats.org/drawingml/2006/main">
              <a:ext uri="{FF2B5EF4-FFF2-40B4-BE49-F238E27FC236}">
                <a16:creationId xmlns:a16="http://schemas.microsoft.com/office/drawing/2014/main" id="{0D76BEDF-763B-458A-AD86-47C99FE6638A}"/>
              </a:ext>
            </a:extLst>
          </p:cNvPr>
          <p:cNvSpPr>
            <a:spLocks xmlns:a="http://schemas.openxmlformats.org/drawingml/2006/main" noGrp="1"/>
          </p:cNvSpPr>
          <p:nvPr/>
        </p:nvSpPr>
        <p:spPr>
          <a:xfrm xmlns:a="http://schemas.openxmlformats.org/drawingml/2006/main">
            <a:off x="6667500" y="238125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02E4C"/>
                </a:solidFill>
                <a:latin typeface="SUIT"/>
                <a:ea typeface="SUIT"/>
                <a:cs typeface="SUIT"/>
              </a:defRPr>
            </a:defPPr>
          </a:lstStyle>
          <a:p xmlns:a="http://schemas.openxmlformats.org/drawingml/2006/main">
            <a:pPr>
              <a:defRPr sz="2325" b="0">
                <a:solidFill>
                  <a:srgbClr val="102E4C"/>
                </a:solidFill>
                <a:latin typeface="SUIT"/>
                <a:ea typeface="SUIT"/>
                <a:cs typeface="SUIT"/>
              </a:defRPr>
            </a:pPr>
            <a:r>
              <a:rPr sz="2325" b="0">
                <a:solidFill>
                  <a:srgbClr val="102E4C"/>
                </a:solidFill>
                <a:latin typeface="SUIT"/>
                <a:ea typeface="SUIT"/>
                <a:cs typeface="SUIT"/>
              </a:rPr>
              <a:t>기록 작성 시간과 누락</a:t>
            </a:r>
          </a:p>
          <a:p xmlns:a="http://schemas.openxmlformats.org/drawingml/2006/main">
            <a:pPr>
              <a:defRPr sz="2325" b="0">
                <a:solidFill>
                  <a:srgbClr val="102E4C"/>
                </a:solidFill>
                <a:latin typeface="SUIT"/>
                <a:ea typeface="SUIT"/>
                <a:cs typeface="SUIT"/>
              </a:defRPr>
            </a:pPr>
            <a:r>
              <a:rPr sz="2325" b="0">
                <a:solidFill>
                  <a:srgbClr val="102E4C"/>
                </a:solidFill>
                <a:latin typeface="SUIT"/>
                <a:ea typeface="SUIT"/>
                <a:cs typeface="SUIT"/>
              </a:rPr>
              <a:t>다음 수업에서의 기록 활용</a:t>
            </a:r>
          </a:p>
        </p:txBody>
      </p:sp>
      <p:sp>
        <p:nvSpPr>
          <p:cNvPr id="10" name="">
            <a:extLst xmlns:a="http://schemas.openxmlformats.org/drawingml/2006/main">
              <a:ext uri="{FF2B5EF4-FFF2-40B4-BE49-F238E27FC236}">
                <a16:creationId xmlns:a16="http://schemas.microsoft.com/office/drawing/2014/main" id="{D5768449-4CCB-404F-BE3F-54711BCC9F82}"/>
              </a:ext>
            </a:extLst>
          </p:cNvPr>
          <p:cNvSpPr>
            <a:spLocks xmlns:a="http://schemas.openxmlformats.org/drawingml/2006/main" noGrp="1"/>
          </p:cNvSpPr>
          <p:nvPr/>
        </p:nvSpPr>
        <p:spPr>
          <a:xfrm xmlns:a="http://schemas.openxmlformats.org/drawingml/2006/main">
            <a:off x="6667500" y="3857625"/>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74778"/>
                </a:solidFill>
                <a:latin typeface="SUIT"/>
                <a:ea typeface="SUIT"/>
                <a:cs typeface="SUIT"/>
              </a:defRPr>
            </a:defPPr>
          </a:lstStyle>
          <a:p xmlns:a="http://schemas.openxmlformats.org/drawingml/2006/main">
            <a:pPr>
              <a:defRPr sz="2400" b="1">
                <a:solidFill>
                  <a:srgbClr val="174778"/>
                </a:solidFill>
                <a:latin typeface="SUIT"/>
                <a:ea typeface="SUIT"/>
                <a:cs typeface="SUIT"/>
              </a:defRPr>
            </a:pPr>
            <a:r>
              <a:rPr sz="2400" b="1">
                <a:solidFill>
                  <a:srgbClr val="174778"/>
                </a:solidFill>
                <a:latin typeface="SUIT"/>
                <a:ea typeface="SUIT"/>
                <a:cs typeface="SUIT"/>
              </a:rPr>
              <a:t>후속 실증 제안</a:t>
            </a:r>
          </a:p>
        </p:txBody>
      </p:sp>
      <p:sp>
        <p:nvSpPr>
          <p:cNvPr id="11" name="">
            <a:extLst xmlns:a="http://schemas.openxmlformats.org/drawingml/2006/main">
              <a:ext uri="{FF2B5EF4-FFF2-40B4-BE49-F238E27FC236}">
                <a16:creationId xmlns:a16="http://schemas.microsoft.com/office/drawing/2014/main" id="{58A5F2F0-8C63-42C8-B9A2-156BE5A2E16E}"/>
              </a:ext>
            </a:extLst>
          </p:cNvPr>
          <p:cNvSpPr>
            <a:spLocks xmlns:a="http://schemas.openxmlformats.org/drawingml/2006/main" noGrp="1"/>
          </p:cNvSpPr>
          <p:nvPr/>
        </p:nvSpPr>
        <p:spPr>
          <a:xfrm xmlns:a="http://schemas.openxmlformats.org/drawingml/2006/main">
            <a:off x="6667500" y="461962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02E4C"/>
                </a:solidFill>
                <a:latin typeface="SUIT"/>
                <a:ea typeface="SUIT"/>
                <a:cs typeface="SUIT"/>
              </a:defRPr>
            </a:defPPr>
          </a:lstStyle>
          <a:p xmlns:a="http://schemas.openxmlformats.org/drawingml/2006/main">
            <a:pPr>
              <a:defRPr sz="2250" b="0">
                <a:solidFill>
                  <a:srgbClr val="102E4C"/>
                </a:solidFill>
                <a:latin typeface="SUIT"/>
                <a:ea typeface="SUIT"/>
                <a:cs typeface="SUIT"/>
              </a:defRPr>
            </a:pPr>
            <a:r>
              <a:rPr sz="2250" b="0">
                <a:solidFill>
                  <a:srgbClr val="102E4C"/>
                </a:solidFill>
                <a:latin typeface="SUIT"/>
                <a:ea typeface="SUIT"/>
                <a:cs typeface="SUIT"/>
              </a:rPr>
              <a:t>다른 종목의 교육·훈련 관리</a:t>
            </a:r>
          </a:p>
          <a:p xmlns:a="http://schemas.openxmlformats.org/drawingml/2006/main">
            <a:pPr>
              <a:defRPr sz="2250" b="0">
                <a:solidFill>
                  <a:srgbClr val="102E4C"/>
                </a:solidFill>
                <a:latin typeface="SUIT"/>
                <a:ea typeface="SUIT"/>
                <a:cs typeface="SUIT"/>
              </a:defRPr>
            </a:pPr>
            <a:r>
              <a:rPr sz="2250" b="0">
                <a:solidFill>
                  <a:srgbClr val="102E4C"/>
                </a:solidFill>
                <a:latin typeface="SUIT"/>
                <a:ea typeface="SUIT"/>
                <a:cs typeface="SUIT"/>
              </a:rPr>
              <a:t>대회 참가자의 사전교육 기록</a:t>
            </a:r>
          </a:p>
        </p:txBody>
      </p:sp>
    </p:spTree>
    <p:extLst>
      <p:ext uri="{BB962C8B-B14F-4D97-AF65-F5344CB8AC3E}">
        <p14:creationId xmlns:p14="http://schemas.microsoft.com/office/powerpoint/2010/main" val="2015408519"/>
      </p:ext>
    </p:extLst>
  </p:cSld>
</p:sld>
</file>

<file path=ppt/slides/slide8.xml><?xml version="1.0" encoding="utf-8"?>
<p:sld xmlns:p="http://schemas.openxmlformats.org/presentationml/2006/main">
  <p:cSld>
    <p:bg>
      <p:bgPr>
        <a:solidFill xmlns:a="http://schemas.openxmlformats.org/drawingml/2006/main">
          <a:srgbClr val="10386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B55B81-5BF8-48DE-A472-4B366E6729CD}"/>
              </a:ext>
            </a:extLst>
          </p:cNvPr>
          <p:cNvSpPr>
            <a:spLocks xmlns:a="http://schemas.openxmlformats.org/drawingml/2006/main" noGrp="1"/>
          </p:cNvSpPr>
          <p:nvPr/>
        </p:nvSpPr>
        <p:spPr>
          <a:xfrm xmlns:a="http://schemas.openxmlformats.org/drawingml/2006/main">
            <a:off x="571500" y="6334125"/>
            <a:ext cx="1333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92B6D2"/>
                </a:solidFill>
                <a:latin typeface="SUIT"/>
                <a:ea typeface="SUIT"/>
                <a:cs typeface="SUIT"/>
              </a:defRPr>
            </a:defPPr>
          </a:lstStyle>
          <a:p xmlns:a="http://schemas.openxmlformats.org/drawingml/2006/main">
            <a:pPr>
              <a:defRPr sz="1200" b="1">
                <a:solidFill>
                  <a:srgbClr val="92B6D2"/>
                </a:solidFill>
                <a:latin typeface="SUIT"/>
                <a:ea typeface="SUIT"/>
                <a:cs typeface="SUIT"/>
              </a:defRPr>
            </a:pPr>
            <a:r>
              <a:rPr sz="1200" b="1">
                <a:solidFill>
                  <a:srgbClr val="92B6D2"/>
                </a:solidFill>
                <a:latin typeface="SUIT"/>
                <a:ea typeface="SUIT"/>
                <a:cs typeface="SUIT"/>
              </a:rPr>
              <a:t>ALLBLUE</a:t>
            </a:r>
          </a:p>
        </p:txBody>
      </p:sp>
      <p:sp>
        <p:nvSpPr>
          <p:cNvPr id="2" name="">
            <a:extLst xmlns:a="http://schemas.openxmlformats.org/drawingml/2006/main">
              <a:ext uri="{FF2B5EF4-FFF2-40B4-BE49-F238E27FC236}">
                <a16:creationId xmlns:a16="http://schemas.microsoft.com/office/drawing/2014/main" id="{FB056D29-9C34-4936-9C4C-825E38ED0C7D}"/>
              </a:ext>
            </a:extLst>
          </p:cNvPr>
          <p:cNvSpPr>
            <a:spLocks xmlns:a="http://schemas.openxmlformats.org/drawingml/2006/main" noGrp="1"/>
          </p:cNvSpPr>
          <p:nvPr/>
        </p:nvSpPr>
        <p:spPr>
          <a:xfrm xmlns:a="http://schemas.openxmlformats.org/drawingml/2006/main">
            <a:off x="11144250" y="63055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92B6D2"/>
                </a:solidFill>
                <a:latin typeface="SUIT"/>
                <a:ea typeface="SUIT"/>
                <a:cs typeface="SUIT"/>
              </a:defRPr>
            </a:defPPr>
          </a:lstStyle>
          <a:p xmlns:a="http://schemas.openxmlformats.org/drawingml/2006/main">
            <a:pPr>
              <a:defRPr sz="1425" b="0">
                <a:solidFill>
                  <a:srgbClr val="92B6D2"/>
                </a:solidFill>
                <a:latin typeface="SUIT"/>
                <a:ea typeface="SUIT"/>
                <a:cs typeface="SUIT"/>
              </a:defRPr>
            </a:pPr>
            <a:r>
              <a:rPr sz="1425" b="0">
                <a:solidFill>
                  <a:srgbClr val="92B6D2"/>
                </a:solidFill>
                <a:latin typeface="SUIT"/>
                <a:ea typeface="SUIT"/>
                <a:cs typeface="SUIT"/>
              </a:rPr>
              <a:t>08</a:t>
            </a:r>
          </a:p>
        </p:txBody>
      </p:sp>
      <p:sp>
        <p:nvSpPr>
          <p:cNvPr id="3" name="">
            <a:extLst xmlns:a="http://schemas.openxmlformats.org/drawingml/2006/main">
              <a:ext uri="{FF2B5EF4-FFF2-40B4-BE49-F238E27FC236}">
                <a16:creationId xmlns:a16="http://schemas.microsoft.com/office/drawing/2014/main" id="{4A58D836-11BB-42DA-A7D2-003DBCE229AA}"/>
              </a:ext>
            </a:extLst>
          </p:cNvPr>
          <p:cNvSpPr>
            <a:spLocks xmlns:a="http://schemas.openxmlformats.org/drawingml/2006/main" noGrp="1"/>
          </p:cNvSpPr>
          <p:nvPr/>
        </p:nvSpPr>
        <p:spPr>
          <a:xfrm xmlns:a="http://schemas.openxmlformats.org/drawingml/2006/main">
            <a:off x="571500" y="47625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FFFFFF"/>
                </a:solidFill>
                <a:latin typeface="SUIT"/>
                <a:ea typeface="SUIT"/>
                <a:cs typeface="SUIT"/>
              </a:defRPr>
            </a:defPPr>
          </a:lstStyle>
          <a:p xmlns:a="http://schemas.openxmlformats.org/drawingml/2006/main">
            <a:pPr>
              <a:defRPr sz="3525" b="1">
                <a:solidFill>
                  <a:srgbClr val="FFFFFF"/>
                </a:solidFill>
                <a:latin typeface="SUIT"/>
                <a:ea typeface="SUIT"/>
                <a:cs typeface="SUIT"/>
              </a:defRPr>
            </a:pPr>
            <a:r>
              <a:rPr sz="3525" b="1">
                <a:solidFill>
                  <a:srgbClr val="FFFFFF"/>
                </a:solidFill>
                <a:latin typeface="SUIT"/>
                <a:ea typeface="SUIT"/>
                <a:cs typeface="SUIT"/>
              </a:rPr>
              <a:t>만드는 사람도, 사용하는 다이버</a:t>
            </a:r>
          </a:p>
        </p:txBody>
      </p:sp>
      <p:sp>
        <p:nvSpPr>
          <p:cNvPr id="4" name="">
            <a:extLst xmlns:a="http://schemas.openxmlformats.org/drawingml/2006/main">
              <a:ext uri="{FF2B5EF4-FFF2-40B4-BE49-F238E27FC236}">
                <a16:creationId xmlns:a16="http://schemas.microsoft.com/office/drawing/2014/main" id="{0064A58D-E211-4E05-B6D2-80A005DFF5D8}"/>
              </a:ext>
            </a:extLst>
          </p:cNvPr>
          <p:cNvSpPr>
            <a:spLocks xmlns:a="http://schemas.openxmlformats.org/drawingml/2006/main" noGrp="1"/>
          </p:cNvSpPr>
          <p:nvPr/>
        </p:nvSpPr>
        <p:spPr>
          <a:xfrm xmlns:a="http://schemas.openxmlformats.org/drawingml/2006/main">
            <a:off x="619125" y="1619250"/>
            <a:ext cx="333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800" b="1">
                <a:solidFill>
                  <a:srgbClr val="32C4E9"/>
                </a:solidFill>
                <a:latin typeface="SUIT"/>
                <a:ea typeface="SUIT"/>
                <a:cs typeface="SUIT"/>
              </a:defRPr>
            </a:defPPr>
          </a:lstStyle>
          <a:p xmlns:a="http://schemas.openxmlformats.org/drawingml/2006/main">
            <a:pPr>
              <a:defRPr sz="10800" b="1">
                <a:solidFill>
                  <a:srgbClr val="32C4E9"/>
                </a:solidFill>
                <a:latin typeface="SUIT"/>
                <a:ea typeface="SUIT"/>
                <a:cs typeface="SUIT"/>
              </a:defRPr>
            </a:pPr>
            <a:r>
              <a:rPr sz="10800" b="1">
                <a:solidFill>
                  <a:srgbClr val="32C4E9"/>
                </a:solidFill>
                <a:latin typeface="SUIT"/>
                <a:ea typeface="SUIT"/>
                <a:cs typeface="SUIT"/>
              </a:rPr>
              <a:t>14</a:t>
            </a:r>
          </a:p>
        </p:txBody>
      </p:sp>
      <p:sp>
        <p:nvSpPr>
          <p:cNvPr id="5" name="">
            <a:extLst xmlns:a="http://schemas.openxmlformats.org/drawingml/2006/main">
              <a:ext uri="{FF2B5EF4-FFF2-40B4-BE49-F238E27FC236}">
                <a16:creationId xmlns:a16="http://schemas.microsoft.com/office/drawing/2014/main" id="{8FC7A420-FBC3-4DE9-80E1-E80F3A25B007}"/>
              </a:ext>
            </a:extLst>
          </p:cNvPr>
          <p:cNvSpPr>
            <a:spLocks xmlns:a="http://schemas.openxmlformats.org/drawingml/2006/main" noGrp="1"/>
          </p:cNvSpPr>
          <p:nvPr/>
        </p:nvSpPr>
        <p:spPr>
          <a:xfrm xmlns:a="http://schemas.openxmlformats.org/drawingml/2006/main">
            <a:off x="742950" y="3476625"/>
            <a:ext cx="4191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latin typeface="SUIT"/>
                <a:ea typeface="SUIT"/>
                <a:cs typeface="SUIT"/>
              </a:defRPr>
            </a:defPPr>
          </a:lstStyle>
          <a:p xmlns:a="http://schemas.openxmlformats.org/drawingml/2006/main">
            <a:pPr>
              <a:defRPr sz="2925" b="1">
                <a:solidFill>
                  <a:srgbClr val="FFFFFF"/>
                </a:solidFill>
                <a:latin typeface="SUIT"/>
                <a:ea typeface="SUIT"/>
                <a:cs typeface="SUIT"/>
              </a:defRPr>
            </a:pPr>
            <a:r>
              <a:rPr sz="2925" b="1">
                <a:solidFill>
                  <a:srgbClr val="FFFFFF"/>
                </a:solidFill>
                <a:latin typeface="SUIT"/>
                <a:ea typeface="SUIT"/>
                <a:cs typeface="SUIT"/>
              </a:rPr>
              <a:t>년차 개발자</a:t>
            </a:r>
          </a:p>
        </p:txBody>
      </p:sp>
      <p:sp>
        <p:nvSpPr>
          <p:cNvPr id="6" name="">
            <a:extLst xmlns:a="http://schemas.openxmlformats.org/drawingml/2006/main">
              <a:ext uri="{FF2B5EF4-FFF2-40B4-BE49-F238E27FC236}">
                <a16:creationId xmlns:a16="http://schemas.microsoft.com/office/drawing/2014/main" id="{C62FB6E1-C64F-40E3-9C26-65A9806386B4}"/>
              </a:ext>
            </a:extLst>
          </p:cNvPr>
          <p:cNvSpPr>
            <a:spLocks xmlns:a="http://schemas.openxmlformats.org/drawingml/2006/main" noGrp="1"/>
          </p:cNvSpPr>
          <p:nvPr/>
        </p:nvSpPr>
        <p:spPr>
          <a:xfrm xmlns:a="http://schemas.openxmlformats.org/drawingml/2006/main">
            <a:off x="6381750" y="1619250"/>
            <a:ext cx="3333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800" b="1">
                <a:solidFill>
                  <a:srgbClr val="32C4E9"/>
                </a:solidFill>
                <a:latin typeface="SUIT"/>
                <a:ea typeface="SUIT"/>
                <a:cs typeface="SUIT"/>
              </a:defRPr>
            </a:defPPr>
          </a:lstStyle>
          <a:p xmlns:a="http://schemas.openxmlformats.org/drawingml/2006/main">
            <a:pPr>
              <a:defRPr sz="10800" b="1">
                <a:solidFill>
                  <a:srgbClr val="32C4E9"/>
                </a:solidFill>
                <a:latin typeface="SUIT"/>
                <a:ea typeface="SUIT"/>
                <a:cs typeface="SUIT"/>
              </a:defRPr>
            </a:pPr>
            <a:r>
              <a:rPr sz="10800" b="1">
                <a:solidFill>
                  <a:srgbClr val="32C4E9"/>
                </a:solidFill>
                <a:latin typeface="SUIT"/>
                <a:ea typeface="SUIT"/>
                <a:cs typeface="SUIT"/>
              </a:rPr>
              <a:t>3</a:t>
            </a:r>
          </a:p>
        </p:txBody>
      </p:sp>
      <p:sp>
        <p:nvSpPr>
          <p:cNvPr id="7" name="">
            <a:extLst xmlns:a="http://schemas.openxmlformats.org/drawingml/2006/main">
              <a:ext uri="{FF2B5EF4-FFF2-40B4-BE49-F238E27FC236}">
                <a16:creationId xmlns:a16="http://schemas.microsoft.com/office/drawing/2014/main" id="{0504EE10-DC6B-4709-84BC-2E738D0A3056}"/>
              </a:ext>
            </a:extLst>
          </p:cNvPr>
          <p:cNvSpPr>
            <a:spLocks xmlns:a="http://schemas.openxmlformats.org/drawingml/2006/main" noGrp="1"/>
          </p:cNvSpPr>
          <p:nvPr/>
        </p:nvSpPr>
        <p:spPr>
          <a:xfrm xmlns:a="http://schemas.openxmlformats.org/drawingml/2006/main">
            <a:off x="6496050" y="3476625"/>
            <a:ext cx="466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FFFFFF"/>
                </a:solidFill>
                <a:latin typeface="SUIT"/>
                <a:ea typeface="SUIT"/>
                <a:cs typeface="SUIT"/>
              </a:defRPr>
            </a:defPPr>
          </a:lstStyle>
          <a:p xmlns:a="http://schemas.openxmlformats.org/drawingml/2006/main">
            <a:pPr>
              <a:defRPr sz="2925" b="1">
                <a:solidFill>
                  <a:srgbClr val="FFFFFF"/>
                </a:solidFill>
                <a:latin typeface="SUIT"/>
                <a:ea typeface="SUIT"/>
                <a:cs typeface="SUIT"/>
              </a:defRPr>
            </a:pPr>
            <a:r>
              <a:rPr sz="2925" b="1">
                <a:solidFill>
                  <a:srgbClr val="FFFFFF"/>
                </a:solidFill>
                <a:latin typeface="SUIT"/>
                <a:ea typeface="SUIT"/>
                <a:cs typeface="SUIT"/>
              </a:rPr>
              <a:t>년차 프리다이버</a:t>
            </a:r>
          </a:p>
        </p:txBody>
      </p:sp>
      <p:sp>
        <p:nvSpPr>
          <p:cNvPr id="8" name="">
            <a:extLst xmlns:a="http://schemas.openxmlformats.org/drawingml/2006/main">
              <a:ext uri="{FF2B5EF4-FFF2-40B4-BE49-F238E27FC236}">
                <a16:creationId xmlns:a16="http://schemas.microsoft.com/office/drawing/2014/main" id="{8024639C-801A-4B96-B9BB-F162F778FDA2}"/>
              </a:ext>
            </a:extLst>
          </p:cNvPr>
          <p:cNvSpPr>
            <a:spLocks xmlns:a="http://schemas.openxmlformats.org/drawingml/2006/main" noGrp="1"/>
          </p:cNvSpPr>
          <p:nvPr/>
        </p:nvSpPr>
        <p:spPr>
          <a:xfrm xmlns:a="http://schemas.openxmlformats.org/drawingml/2006/main">
            <a:off x="714375" y="4667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FFFFFF"/>
                </a:solidFill>
                <a:latin typeface="SUIT"/>
                <a:ea typeface="SUIT"/>
                <a:cs typeface="SUIT"/>
              </a:defRPr>
            </a:defPPr>
          </a:lstStyle>
          <a:p xmlns:a="http://schemas.openxmlformats.org/drawingml/2006/main">
            <a:pPr>
              <a:defRPr sz="2100" b="0">
                <a:solidFill>
                  <a:srgbClr val="FFFFFF"/>
                </a:solidFill>
                <a:latin typeface="SUIT"/>
                <a:ea typeface="SUIT"/>
                <a:cs typeface="SUIT"/>
              </a:defRPr>
            </a:pPr>
            <a:r>
              <a:rPr sz="2100" b="0">
                <a:solidFill>
                  <a:srgbClr val="FFFFFF"/>
                </a:solidFill>
                <a:latin typeface="SUIT"/>
                <a:ea typeface="SUIT"/>
                <a:cs typeface="SUIT"/>
              </a:rPr>
              <a:t>남상현  ·  럼바우 대표  ·  AIDA Level 2</a:t>
            </a:r>
          </a:p>
        </p:txBody>
      </p:sp>
      <p:sp>
        <p:nvSpPr>
          <p:cNvPr id="9" name="">
            <a:extLst xmlns:a="http://schemas.openxmlformats.org/drawingml/2006/main">
              <a:ext uri="{FF2B5EF4-FFF2-40B4-BE49-F238E27FC236}">
                <a16:creationId xmlns:a16="http://schemas.microsoft.com/office/drawing/2014/main" id="{D92DE21B-0E23-44C9-9C44-1FEA70A87B98}"/>
              </a:ext>
            </a:extLst>
          </p:cNvPr>
          <p:cNvSpPr>
            <a:spLocks xmlns:a="http://schemas.openxmlformats.org/drawingml/2006/main" noGrp="1"/>
          </p:cNvSpPr>
          <p:nvPr/>
        </p:nvSpPr>
        <p:spPr>
          <a:xfrm xmlns:a="http://schemas.openxmlformats.org/drawingml/2006/main">
            <a:off x="714375" y="5286375"/>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9D3E7"/>
                </a:solidFill>
                <a:latin typeface="SUIT"/>
                <a:ea typeface="SUIT"/>
                <a:cs typeface="SUIT"/>
              </a:defRPr>
            </a:defPPr>
          </a:lstStyle>
          <a:p xmlns:a="http://schemas.openxmlformats.org/drawingml/2006/main">
            <a:pPr>
              <a:defRPr sz="1800" b="0">
                <a:solidFill>
                  <a:srgbClr val="B9D3E7"/>
                </a:solidFill>
                <a:latin typeface="SUIT"/>
                <a:ea typeface="SUIT"/>
                <a:cs typeface="SUIT"/>
              </a:defRPr>
            </a:pPr>
            <a:r>
              <a:rPr sz="1800" b="0">
                <a:solidFill>
                  <a:srgbClr val="B9D3E7"/>
                </a:solidFill>
                <a:latin typeface="SUIT"/>
                <a:ea typeface="SUIT"/>
                <a:cs typeface="SUIT"/>
              </a:rPr>
              <a:t>대표자 1인 개발·운영  /  AIDA Instructor 협업자의 현장 의견 반영</a:t>
            </a:r>
          </a:p>
        </p:txBody>
      </p:sp>
    </p:spTree>
    <p:extLst>
      <p:ext uri="{BB962C8B-B14F-4D97-AF65-F5344CB8AC3E}">
        <p14:creationId xmlns:p14="http://schemas.microsoft.com/office/powerpoint/2010/main" val="20219045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2026-10-16T09:19:21.7740000Z</dcterms:created>
  <dcterms:modified xsi:type="dcterms:W3CDTF">2026-10-16T09:19:21.7740000Z</dcterms:modified>
</coreProperties>
</file>